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9" r:id="rId15"/>
    <p:sldId id="280" r:id="rId16"/>
    <p:sldId id="281" r:id="rId17"/>
    <p:sldId id="282" r:id="rId18"/>
    <p:sldId id="273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C59FA-56D3-0363-D438-840953A18C07}" v="32" dt="2025-05-05T21:57:49.550"/>
    <p1510:client id="{2DDAF272-25FC-BB86-CFF5-65DE3631A27E}" v="112" dt="2025-05-05T18:41:25.560"/>
    <p1510:client id="{39012971-FBBC-5BE7-4395-8F54717B04EA}" v="52" dt="2025-05-05T21:10:09.759"/>
    <p1510:client id="{63052354-E16F-D999-13A0-02C1ADACFCC7}" v="2" dt="2025-05-05T01:47:00.395"/>
    <p1510:client id="{8304D301-E81B-83D7-2FAF-09A13798B96F}" v="44" dt="2025-05-05T02:09:19.583"/>
    <p1510:client id="{AB0C3893-C1F5-1696-746D-5BD826C57C2F}" v="161" dt="2025-05-05T18:33:01.513"/>
    <p1510:client id="{B3B4589E-7997-B6FC-A560-3DBDB3305A62}" v="2" dt="2025-05-04T16:27:26.364"/>
    <p1510:client id="{CA141368-BB2E-6D68-A5F7-8F8E40E6F6D4}" v="2" dt="2025-05-05T21:37:02.930"/>
    <p1510:client id="{EF0BFE78-917F-600F-C84C-7F5F216A5EE3}" v="5" dt="2025-05-05T21:58:1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hwar Reddy Bakkanagari" userId="S::eshwarreddy.bakkanagari@scranton.edu::4ce9a3c1-daa0-4ea7-a5ef-dd34131dcd4d" providerId="AD" clId="Web-{CA141368-BB2E-6D68-A5F7-8F8E40E6F6D4}"/>
    <pc:docChg chg="modSld">
      <pc:chgData name="Eshwar Reddy Bakkanagari" userId="S::eshwarreddy.bakkanagari@scranton.edu::4ce9a3c1-daa0-4ea7-a5ef-dd34131dcd4d" providerId="AD" clId="Web-{CA141368-BB2E-6D68-A5F7-8F8E40E6F6D4}" dt="2025-05-05T21:37:02.930" v="2"/>
      <pc:docMkLst>
        <pc:docMk/>
      </pc:docMkLst>
      <pc:sldChg chg="modSp">
        <pc:chgData name="Eshwar Reddy Bakkanagari" userId="S::eshwarreddy.bakkanagari@scranton.edu::4ce9a3c1-daa0-4ea7-a5ef-dd34131dcd4d" providerId="AD" clId="Web-{CA141368-BB2E-6D68-A5F7-8F8E40E6F6D4}" dt="2025-05-05T21:37:02.930" v="2"/>
        <pc:sldMkLst>
          <pc:docMk/>
          <pc:sldMk cId="899507713" sldId="280"/>
        </pc:sldMkLst>
        <pc:graphicFrameChg chg="mod modGraphic">
          <ac:chgData name="Eshwar Reddy Bakkanagari" userId="S::eshwarreddy.bakkanagari@scranton.edu::4ce9a3c1-daa0-4ea7-a5ef-dd34131dcd4d" providerId="AD" clId="Web-{CA141368-BB2E-6D68-A5F7-8F8E40E6F6D4}" dt="2025-05-05T21:37:02.930" v="2"/>
          <ac:graphicFrameMkLst>
            <pc:docMk/>
            <pc:sldMk cId="899507713" sldId="280"/>
            <ac:graphicFrameMk id="5" creationId="{CB469F3B-9622-331D-5B82-3E461F1637B1}"/>
          </ac:graphicFrameMkLst>
        </pc:graphicFrameChg>
      </pc:sldChg>
    </pc:docChg>
  </pc:docChgLst>
  <pc:docChgLst>
    <pc:chgData name="Eshwar Reddy Bakkanagari" userId="S::eshwarreddy.bakkanagari@scranton.edu::4ce9a3c1-daa0-4ea7-a5ef-dd34131dcd4d" providerId="AD" clId="Web-{63052354-E16F-D999-13A0-02C1ADACFCC7}"/>
    <pc:docChg chg="modSld">
      <pc:chgData name="Eshwar Reddy Bakkanagari" userId="S::eshwarreddy.bakkanagari@scranton.edu::4ce9a3c1-daa0-4ea7-a5ef-dd34131dcd4d" providerId="AD" clId="Web-{63052354-E16F-D999-13A0-02C1ADACFCC7}" dt="2025-05-05T01:46:57.364" v="3"/>
      <pc:docMkLst>
        <pc:docMk/>
      </pc:docMkLst>
      <pc:sldChg chg="addSp delSp modSp">
        <pc:chgData name="Eshwar Reddy Bakkanagari" userId="S::eshwarreddy.bakkanagari@scranton.edu::4ce9a3c1-daa0-4ea7-a5ef-dd34131dcd4d" providerId="AD" clId="Web-{63052354-E16F-D999-13A0-02C1ADACFCC7}" dt="2025-05-05T01:46:57.364" v="3"/>
        <pc:sldMkLst>
          <pc:docMk/>
          <pc:sldMk cId="0" sldId="256"/>
        </pc:sldMkLst>
        <pc:spChg chg="mod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9" creationId="{0C541B88-1AE9-40C3-AFD5-967787C1979F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11" creationId="{E5F17139-31EE-46AC-B04F-DBBD852DD6CB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17" creationId="{89D16701-DA76-4F72-BB63-E2C3FFBDFE0F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19" creationId="{1CC28BE1-9DC6-43FE-9582-39F091098D77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24.426" v="1"/>
          <ac:spMkLst>
            <pc:docMk/>
            <pc:sldMk cId="0" sldId="256"/>
            <ac:spMk id="39" creationId="{1A9F7B4E-B03D-4F64-BE33-00D074458D45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24.426" v="1"/>
          <ac:spMkLst>
            <pc:docMk/>
            <pc:sldMk cId="0" sldId="256"/>
            <ac:spMk id="41" creationId="{7E2BE7F7-CA89-4002-ACCE-A478AEA24F5E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43" creationId="{B7D3B4FC-79F4-47D2-9D79-DA876E6AD813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44" creationId="{B86AA2DA-281A-4806-8977-D617AEAC830F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45" creationId="{2775D660-3127-4688-9782-F7C4639B1691}"/>
          </ac:spMkLst>
        </pc:spChg>
        <pc:spChg chg="add del">
          <ac:chgData name="Eshwar Reddy Bakkanagari" userId="S::eshwarreddy.bakkanagari@scranton.edu::4ce9a3c1-daa0-4ea7-a5ef-dd34131dcd4d" providerId="AD" clId="Web-{63052354-E16F-D999-13A0-02C1ADACFCC7}" dt="2025-05-05T01:46:57.364" v="3"/>
          <ac:spMkLst>
            <pc:docMk/>
            <pc:sldMk cId="0" sldId="256"/>
            <ac:spMk id="46" creationId="{64185774-6FC0-4B8D-A8DB-A8854688960B}"/>
          </ac:spMkLst>
        </pc:spChg>
        <pc:grpChg chg="add del">
          <ac:chgData name="Eshwar Reddy Bakkanagari" userId="S::eshwarreddy.bakkanagari@scranton.edu::4ce9a3c1-daa0-4ea7-a5ef-dd34131dcd4d" providerId="AD" clId="Web-{63052354-E16F-D999-13A0-02C1ADACFCC7}" dt="2025-05-05T01:46:24.426" v="1"/>
          <ac:grpSpMkLst>
            <pc:docMk/>
            <pc:sldMk cId="0" sldId="256"/>
            <ac:grpSpMk id="13" creationId="{7CF625D3-71A3-4F30-A096-8EF334E959D0}"/>
          </ac:grpSpMkLst>
        </pc:grpChg>
        <pc:grpChg chg="add del">
          <ac:chgData name="Eshwar Reddy Bakkanagari" userId="S::eshwarreddy.bakkanagari@scranton.edu::4ce9a3c1-daa0-4ea7-a5ef-dd34131dcd4d" providerId="AD" clId="Web-{63052354-E16F-D999-13A0-02C1ADACFCC7}" dt="2025-05-05T01:46:24.426" v="1"/>
          <ac:grpSpMkLst>
            <pc:docMk/>
            <pc:sldMk cId="0" sldId="256"/>
            <ac:grpSpMk id="21" creationId="{AF9AF3F3-CE0C-4125-BDD7-346487FA0B40}"/>
          </ac:grpSpMkLst>
        </pc:grpChg>
        <pc:graphicFrameChg chg="mod modGraphic">
          <ac:chgData name="Eshwar Reddy Bakkanagari" userId="S::eshwarreddy.bakkanagari@scranton.edu::4ce9a3c1-daa0-4ea7-a5ef-dd34131dcd4d" providerId="AD" clId="Web-{63052354-E16F-D999-13A0-02C1ADACFCC7}" dt="2025-05-05T01:46:57.364" v="3"/>
          <ac:graphicFrameMkLst>
            <pc:docMk/>
            <pc:sldMk cId="0" sldId="256"/>
            <ac:graphicFrameMk id="5" creationId="{504E6C7D-2E78-03FB-D61C-48A44D596BE1}"/>
          </ac:graphicFrameMkLst>
        </pc:graphicFrameChg>
      </pc:sldChg>
    </pc:docChg>
  </pc:docChgLst>
  <pc:docChgLst>
    <pc:chgData name="Eshwar Reddy Bakkanagari" userId="S::eshwarreddy.bakkanagari@scranton.edu::4ce9a3c1-daa0-4ea7-a5ef-dd34131dcd4d" providerId="AD" clId="Web-{8304D301-E81B-83D7-2FAF-09A13798B96F}"/>
    <pc:docChg chg="modSld">
      <pc:chgData name="Eshwar Reddy Bakkanagari" userId="S::eshwarreddy.bakkanagari@scranton.edu::4ce9a3c1-daa0-4ea7-a5ef-dd34131dcd4d" providerId="AD" clId="Web-{8304D301-E81B-83D7-2FAF-09A13798B96F}" dt="2025-05-05T02:09:19.583" v="55" actId="1076"/>
      <pc:docMkLst>
        <pc:docMk/>
      </pc:docMkLst>
      <pc:sldChg chg="addSp delSp modSp mod setClrOvrMap">
        <pc:chgData name="Eshwar Reddy Bakkanagari" userId="S::eshwarreddy.bakkanagari@scranton.edu::4ce9a3c1-daa0-4ea7-a5ef-dd34131dcd4d" providerId="AD" clId="Web-{8304D301-E81B-83D7-2FAF-09A13798B96F}" dt="2025-05-05T02:00:05.761" v="26"/>
        <pc:sldMkLst>
          <pc:docMk/>
          <pc:sldMk cId="0" sldId="267"/>
        </pc:sldMkLst>
        <pc:spChg chg="mod">
          <ac:chgData name="Eshwar Reddy Bakkanagari" userId="S::eshwarreddy.bakkanagari@scranton.edu::4ce9a3c1-daa0-4ea7-a5ef-dd34131dcd4d" providerId="AD" clId="Web-{8304D301-E81B-83D7-2FAF-09A13798B96F}" dt="2025-05-05T01:59:07.758" v="15"/>
          <ac:spMkLst>
            <pc:docMk/>
            <pc:sldMk cId="0" sldId="267"/>
            <ac:spMk id="2" creationId="{00000000-0000-0000-0000-000000000000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1:58:19.147" v="3"/>
          <ac:spMkLst>
            <pc:docMk/>
            <pc:sldMk cId="0" sldId="267"/>
            <ac:spMk id="9" creationId="{0C541B88-1AE9-40C3-AFD5-967787C1979F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1:58:19.147" v="3"/>
          <ac:spMkLst>
            <pc:docMk/>
            <pc:sldMk cId="0" sldId="267"/>
            <ac:spMk id="11" creationId="{E5F17139-31EE-46AC-B04F-DBBD852DD6CB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1:58:19.147" v="3"/>
          <ac:spMkLst>
            <pc:docMk/>
            <pc:sldMk cId="0" sldId="267"/>
            <ac:spMk id="17" creationId="{89D16701-DA76-4F72-BB63-E2C3FFBDFE0F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1:58:19.147" v="3"/>
          <ac:spMkLst>
            <pc:docMk/>
            <pc:sldMk cId="0" sldId="267"/>
            <ac:spMk id="19" creationId="{1CC28BE1-9DC6-43FE-9582-39F091098D77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9:07.758" v="15"/>
          <ac:spMkLst>
            <pc:docMk/>
            <pc:sldMk cId="0" sldId="267"/>
            <ac:spMk id="52" creationId="{E698F7DB-50DA-4359-AB57-E3DA492A0074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9:07.758" v="15"/>
          <ac:spMkLst>
            <pc:docMk/>
            <pc:sldMk cId="0" sldId="267"/>
            <ac:spMk id="54" creationId="{640B2599-8958-480A-B5BB-A76A74D7084C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3.132" v="6"/>
          <ac:spMkLst>
            <pc:docMk/>
            <pc:sldMk cId="0" sldId="267"/>
            <ac:spMk id="59" creationId="{E698F7DB-50DA-4359-AB57-E3DA492A0074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3.132" v="6"/>
          <ac:spMkLst>
            <pc:docMk/>
            <pc:sldMk cId="0" sldId="267"/>
            <ac:spMk id="61" creationId="{640B2599-8958-480A-B5BB-A76A74D7084C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5.742" v="8"/>
          <ac:spMkLst>
            <pc:docMk/>
            <pc:sldMk cId="0" sldId="267"/>
            <ac:spMk id="63" creationId="{369F152D-E540-4B48-BA11-2ADF043C6111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5.742" v="8"/>
          <ac:spMkLst>
            <pc:docMk/>
            <pc:sldMk cId="0" sldId="267"/>
            <ac:spMk id="64" creationId="{2DDE3054-7688-403A-8800-8FA4F1B54962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5.742" v="8"/>
          <ac:spMkLst>
            <pc:docMk/>
            <pc:sldMk cId="0" sldId="267"/>
            <ac:spMk id="65" creationId="{0C059F7E-04C4-4C46-9B3E-E5CE267E347D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5.742" v="8"/>
          <ac:spMkLst>
            <pc:docMk/>
            <pc:sldMk cId="0" sldId="267"/>
            <ac:spMk id="66" creationId="{1C938212-FA12-4FF1-87C8-ACDE99D06F69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9.055" v="10"/>
          <ac:spMkLst>
            <pc:docMk/>
            <pc:sldMk cId="0" sldId="267"/>
            <ac:spMk id="68" creationId="{6C9F64E8-8F1D-4A06-B1A4-685E72C092CA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9.055" v="10"/>
          <ac:spMkLst>
            <pc:docMk/>
            <pc:sldMk cId="0" sldId="267"/>
            <ac:spMk id="69" creationId="{9073D962-D3D2-4A72-8593-65C213CBFFC3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9.055" v="10"/>
          <ac:spMkLst>
            <pc:docMk/>
            <pc:sldMk cId="0" sldId="267"/>
            <ac:spMk id="70" creationId="{2387511B-F6E1-4929-AC90-94FB8B6B0F41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8:59.055" v="10"/>
          <ac:spMkLst>
            <pc:docMk/>
            <pc:sldMk cId="0" sldId="267"/>
            <ac:spMk id="71" creationId="{AA58F78C-27AB-465F-AA33-15E08AF267F9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9:02.461" v="12"/>
          <ac:spMkLst>
            <pc:docMk/>
            <pc:sldMk cId="0" sldId="267"/>
            <ac:spMk id="73" creationId="{96EEF187-8434-4B76-BE40-006EEBB263CF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9:02.461" v="12"/>
          <ac:spMkLst>
            <pc:docMk/>
            <pc:sldMk cId="0" sldId="267"/>
            <ac:spMk id="74" creationId="{681CD866-52B5-4280-A92B-56BDFD1E9A12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1:59:07.680" v="14"/>
          <ac:spMkLst>
            <pc:docMk/>
            <pc:sldMk cId="0" sldId="267"/>
            <ac:spMk id="76" creationId="{2ABE1108-6423-4E53-85A1-817683043C77}"/>
          </ac:spMkLst>
        </pc:spChg>
        <pc:spChg chg="add">
          <ac:chgData name="Eshwar Reddy Bakkanagari" userId="S::eshwarreddy.bakkanagari@scranton.edu::4ce9a3c1-daa0-4ea7-a5ef-dd34131dcd4d" providerId="AD" clId="Web-{8304D301-E81B-83D7-2FAF-09A13798B96F}" dt="2025-05-05T01:59:07.758" v="15"/>
          <ac:spMkLst>
            <pc:docMk/>
            <pc:sldMk cId="0" sldId="267"/>
            <ac:spMk id="78" creationId="{AE6CA01B-0DEB-4E9A-9768-B728DA42C1D4}"/>
          </ac:spMkLst>
        </pc:spChg>
        <pc:grpChg chg="add">
          <ac:chgData name="Eshwar Reddy Bakkanagari" userId="S::eshwarreddy.bakkanagari@scranton.edu::4ce9a3c1-daa0-4ea7-a5ef-dd34131dcd4d" providerId="AD" clId="Web-{8304D301-E81B-83D7-2FAF-09A13798B96F}" dt="2025-05-05T01:59:07.758" v="15"/>
          <ac:grpSpMkLst>
            <pc:docMk/>
            <pc:sldMk cId="0" sldId="267"/>
            <ac:grpSpMk id="79" creationId="{A57D8C8E-634E-4E83-9657-225A4DFE47ED}"/>
          </ac:grpSpMkLst>
        </pc:grpChg>
        <pc:graphicFrameChg chg="mod modGraphic">
          <ac:chgData name="Eshwar Reddy Bakkanagari" userId="S::eshwarreddy.bakkanagari@scranton.edu::4ce9a3c1-daa0-4ea7-a5ef-dd34131dcd4d" providerId="AD" clId="Web-{8304D301-E81B-83D7-2FAF-09A13798B96F}" dt="2025-05-05T01:59:07.758" v="15"/>
          <ac:graphicFrameMkLst>
            <pc:docMk/>
            <pc:sldMk cId="0" sldId="267"/>
            <ac:graphicFrameMk id="5" creationId="{D1723136-A1AC-9400-FD40-1BB31B0F5F9F}"/>
          </ac:graphicFrameMkLst>
        </pc:graphicFrameChg>
        <pc:picChg chg="add mod ord modCrop">
          <ac:chgData name="Eshwar Reddy Bakkanagari" userId="S::eshwarreddy.bakkanagari@scranton.edu::4ce9a3c1-daa0-4ea7-a5ef-dd34131dcd4d" providerId="AD" clId="Web-{8304D301-E81B-83D7-2FAF-09A13798B96F}" dt="2025-05-05T01:59:48.526" v="22" actId="14100"/>
          <ac:picMkLst>
            <pc:docMk/>
            <pc:sldMk cId="0" sldId="267"/>
            <ac:picMk id="45" creationId="{B1616DA6-4120-A146-3889-1BAC5D2E9031}"/>
          </ac:picMkLst>
        </pc:picChg>
        <pc:picChg chg="add mod modCrop">
          <ac:chgData name="Eshwar Reddy Bakkanagari" userId="S::eshwarreddy.bakkanagari@scranton.edu::4ce9a3c1-daa0-4ea7-a5ef-dd34131dcd4d" providerId="AD" clId="Web-{8304D301-E81B-83D7-2FAF-09A13798B96F}" dt="2025-05-05T01:59:57.073" v="24"/>
          <ac:picMkLst>
            <pc:docMk/>
            <pc:sldMk cId="0" sldId="267"/>
            <ac:picMk id="46" creationId="{6E1B4215-9A99-4A45-B73E-8BEF94DD9BFD}"/>
          </ac:picMkLst>
        </pc:picChg>
        <pc:picChg chg="add mod ord modCrop">
          <ac:chgData name="Eshwar Reddy Bakkanagari" userId="S::eshwarreddy.bakkanagari@scranton.edu::4ce9a3c1-daa0-4ea7-a5ef-dd34131dcd4d" providerId="AD" clId="Web-{8304D301-E81B-83D7-2FAF-09A13798B96F}" dt="2025-05-05T02:00:05.761" v="26"/>
          <ac:picMkLst>
            <pc:docMk/>
            <pc:sldMk cId="0" sldId="267"/>
            <ac:picMk id="47" creationId="{C261C089-0186-0121-A741-940C645C3BAC}"/>
          </ac:picMkLst>
        </pc:picChg>
      </pc:sldChg>
      <pc:sldChg chg="addSp delSp modSp">
        <pc:chgData name="Eshwar Reddy Bakkanagari" userId="S::eshwarreddy.bakkanagari@scranton.edu::4ce9a3c1-daa0-4ea7-a5ef-dd34131dcd4d" providerId="AD" clId="Web-{8304D301-E81B-83D7-2FAF-09A13798B96F}" dt="2025-05-05T02:03:39.364" v="42"/>
        <pc:sldMkLst>
          <pc:docMk/>
          <pc:sldMk cId="0" sldId="269"/>
        </pc:sldMkLst>
        <pc:spChg chg="mod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2" creationId="{00000000-0000-0000-0000-000000000000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9" creationId="{0C541B88-1AE9-40C3-AFD5-967787C1979F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11" creationId="{E5F17139-31EE-46AC-B04F-DBBD852DD6CB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17" creationId="{89D16701-DA76-4F72-BB63-E2C3FFBDFE0F}"/>
          </ac:spMkLst>
        </pc:spChg>
        <pc:spChg chg="del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19" creationId="{1CC28BE1-9DC6-43FE-9582-39F091098D77}"/>
          </ac:spMkLst>
        </pc:spChg>
        <pc:spChg chg="add">
          <ac:chgData name="Eshwar Reddy Bakkanagari" userId="S::eshwarreddy.bakkanagari@scranton.edu::4ce9a3c1-daa0-4ea7-a5ef-dd34131dcd4d" providerId="AD" clId="Web-{8304D301-E81B-83D7-2FAF-09A13798B96F}" dt="2025-05-05T02:02:54.159" v="30"/>
          <ac:spMkLst>
            <pc:docMk/>
            <pc:sldMk cId="0" sldId="269"/>
            <ac:spMk id="42" creationId="{AE6CA01B-0DEB-4E9A-9768-B728DA42C1D4}"/>
          </ac:spMkLst>
        </pc:spChg>
        <pc:graphicFrameChg chg="mod ord modGraphic">
          <ac:chgData name="Eshwar Reddy Bakkanagari" userId="S::eshwarreddy.bakkanagari@scranton.edu::4ce9a3c1-daa0-4ea7-a5ef-dd34131dcd4d" providerId="AD" clId="Web-{8304D301-E81B-83D7-2FAF-09A13798B96F}" dt="2025-05-05T02:02:54.159" v="30"/>
          <ac:graphicFrameMkLst>
            <pc:docMk/>
            <pc:sldMk cId="0" sldId="269"/>
            <ac:graphicFrameMk id="5" creationId="{B6066F55-A18B-C0ED-D498-6C3DDB0C726A}"/>
          </ac:graphicFrameMkLst>
        </pc:graphicFrameChg>
        <pc:picChg chg="add mod ord modCrop">
          <ac:chgData name="Eshwar Reddy Bakkanagari" userId="S::eshwarreddy.bakkanagari@scranton.edu::4ce9a3c1-daa0-4ea7-a5ef-dd34131dcd4d" providerId="AD" clId="Web-{8304D301-E81B-83D7-2FAF-09A13798B96F}" dt="2025-05-05T02:03:39.364" v="42"/>
          <ac:picMkLst>
            <pc:docMk/>
            <pc:sldMk cId="0" sldId="269"/>
            <ac:picMk id="35" creationId="{7FBE73EA-3AC9-0AA8-0394-B0437A6C50D9}"/>
          </ac:picMkLst>
        </pc:picChg>
        <pc:picChg chg="add mod ord modCrop">
          <ac:chgData name="Eshwar Reddy Bakkanagari" userId="S::eshwarreddy.bakkanagari@scranton.edu::4ce9a3c1-daa0-4ea7-a5ef-dd34131dcd4d" providerId="AD" clId="Web-{8304D301-E81B-83D7-2FAF-09A13798B96F}" dt="2025-05-05T02:03:33.973" v="40"/>
          <ac:picMkLst>
            <pc:docMk/>
            <pc:sldMk cId="0" sldId="269"/>
            <ac:picMk id="36" creationId="{35F98A91-8281-9031-18EB-905A3189C0CF}"/>
          </ac:picMkLst>
        </pc:picChg>
        <pc:picChg chg="add mod modCrop">
          <ac:chgData name="Eshwar Reddy Bakkanagari" userId="S::eshwarreddy.bakkanagari@scranton.edu::4ce9a3c1-daa0-4ea7-a5ef-dd34131dcd4d" providerId="AD" clId="Web-{8304D301-E81B-83D7-2FAF-09A13798B96F}" dt="2025-05-05T02:03:24.004" v="38"/>
          <ac:picMkLst>
            <pc:docMk/>
            <pc:sldMk cId="0" sldId="269"/>
            <ac:picMk id="37" creationId="{2939449A-F848-DB2D-9940-2CF3A43537FA}"/>
          </ac:picMkLst>
        </pc:picChg>
      </pc:sldChg>
      <pc:sldChg chg="addSp delSp modSp">
        <pc:chgData name="Eshwar Reddy Bakkanagari" userId="S::eshwarreddy.bakkanagari@scranton.edu::4ce9a3c1-daa0-4ea7-a5ef-dd34131dcd4d" providerId="AD" clId="Web-{8304D301-E81B-83D7-2FAF-09A13798B96F}" dt="2025-05-05T02:09:19.583" v="55" actId="1076"/>
        <pc:sldMkLst>
          <pc:docMk/>
          <pc:sldMk cId="0" sldId="272"/>
        </pc:sldMkLst>
        <pc:spChg chg="mod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9" creationId="{0C541B88-1AE9-40C3-AFD5-967787C1979F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11" creationId="{E5F17139-31EE-46AC-B04F-DBBD852DD6CB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17" creationId="{89D16701-DA76-4F72-BB63-E2C3FFBDFE0F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19" creationId="{1CC28BE1-9DC6-43FE-9582-39F091098D77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36.425" v="46"/>
          <ac:spMkLst>
            <pc:docMk/>
            <pc:sldMk cId="0" sldId="272"/>
            <ac:spMk id="39" creationId="{6B92FAF7-0AD3-4B47-9111-D0E9CD79E247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40.206" v="48"/>
          <ac:spMkLst>
            <pc:docMk/>
            <pc:sldMk cId="0" sldId="272"/>
            <ac:spMk id="53" creationId="{17891482-C38A-4F0C-8183-0121632F0E47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40.206" v="48"/>
          <ac:spMkLst>
            <pc:docMk/>
            <pc:sldMk cId="0" sldId="272"/>
            <ac:spMk id="54" creationId="{DA4B6E73-2318-4814-8EB1-306D53723691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785" v="50"/>
          <ac:spMkLst>
            <pc:docMk/>
            <pc:sldMk cId="0" sldId="272"/>
            <ac:spMk id="56" creationId="{A2679492-7988-4050-9056-542444452411}"/>
          </ac:spMkLst>
        </pc:spChg>
        <pc:spChg chg="add del">
          <ac:chgData name="Eshwar Reddy Bakkanagari" userId="S::eshwarreddy.bakkanagari@scranton.edu::4ce9a3c1-daa0-4ea7-a5ef-dd34131dcd4d" providerId="AD" clId="Web-{8304D301-E81B-83D7-2FAF-09A13798B96F}" dt="2025-05-05T02:08:57.785" v="50"/>
          <ac:spMkLst>
            <pc:docMk/>
            <pc:sldMk cId="0" sldId="272"/>
            <ac:spMk id="57" creationId="{B091B163-7D61-4891-ABCF-5C13D9C418D0}"/>
          </ac:spMkLst>
        </pc:spChg>
        <pc:spChg chg="add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59" creationId="{49B9E8A9-352D-4DCB-9485-C777000D4979}"/>
          </ac:spMkLst>
        </pc:spChg>
        <pc:spChg chg="add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60" creationId="{C2A9B0E5-C2C1-4B85-99A9-117A659D5FE0}"/>
          </ac:spMkLst>
        </pc:spChg>
        <pc:spChg chg="add">
          <ac:chgData name="Eshwar Reddy Bakkanagari" userId="S::eshwarreddy.bakkanagari@scranton.edu::4ce9a3c1-daa0-4ea7-a5ef-dd34131dcd4d" providerId="AD" clId="Web-{8304D301-E81B-83D7-2FAF-09A13798B96F}" dt="2025-05-05T02:08:57.832" v="51"/>
          <ac:spMkLst>
            <pc:docMk/>
            <pc:sldMk cId="0" sldId="272"/>
            <ac:spMk id="61" creationId="{3A8AEACA-9535-4BE8-A91B-8BE82BA54751}"/>
          </ac:spMkLst>
        </pc:spChg>
        <pc:grpChg chg="add del">
          <ac:chgData name="Eshwar Reddy Bakkanagari" userId="S::eshwarreddy.bakkanagari@scranton.edu::4ce9a3c1-daa0-4ea7-a5ef-dd34131dcd4d" providerId="AD" clId="Web-{8304D301-E81B-83D7-2FAF-09A13798B96F}" dt="2025-05-05T02:08:36.425" v="46"/>
          <ac:grpSpMkLst>
            <pc:docMk/>
            <pc:sldMk cId="0" sldId="272"/>
            <ac:grpSpMk id="41" creationId="{D6A77139-BADB-4B2C-BD41-B67A4D37D758}"/>
          </ac:grpSpMkLst>
        </pc:grpChg>
        <pc:graphicFrameChg chg="mod ord modGraphic">
          <ac:chgData name="Eshwar Reddy Bakkanagari" userId="S::eshwarreddy.bakkanagari@scranton.edu::4ce9a3c1-daa0-4ea7-a5ef-dd34131dcd4d" providerId="AD" clId="Web-{8304D301-E81B-83D7-2FAF-09A13798B96F}" dt="2025-05-05T02:08:57.785" v="50"/>
          <ac:graphicFrameMkLst>
            <pc:docMk/>
            <pc:sldMk cId="0" sldId="272"/>
            <ac:graphicFrameMk id="5" creationId="{405A923C-42DA-F235-B3B8-01F5AFF66D81}"/>
          </ac:graphicFrameMkLst>
        </pc:graphicFrameChg>
        <pc:picChg chg="add mod ord">
          <ac:chgData name="Eshwar Reddy Bakkanagari" userId="S::eshwarreddy.bakkanagari@scranton.edu::4ce9a3c1-daa0-4ea7-a5ef-dd34131dcd4d" providerId="AD" clId="Web-{8304D301-E81B-83D7-2FAF-09A13798B96F}" dt="2025-05-05T02:09:19.583" v="55" actId="1076"/>
          <ac:picMkLst>
            <pc:docMk/>
            <pc:sldMk cId="0" sldId="272"/>
            <ac:picMk id="16" creationId="{378599BE-F7F2-0877-E204-BB7023D4A0AD}"/>
          </ac:picMkLst>
        </pc:picChg>
        <pc:picChg chg="add mod">
          <ac:chgData name="Eshwar Reddy Bakkanagari" userId="S::eshwarreddy.bakkanagari@scranton.edu::4ce9a3c1-daa0-4ea7-a5ef-dd34131dcd4d" providerId="AD" clId="Web-{8304D301-E81B-83D7-2FAF-09A13798B96F}" dt="2025-05-05T02:09:16.145" v="54" actId="1076"/>
          <ac:picMkLst>
            <pc:docMk/>
            <pc:sldMk cId="0" sldId="272"/>
            <ac:picMk id="18" creationId="{4586A1ED-27A6-327E-D225-3A8BB910F676}"/>
          </ac:picMkLst>
        </pc:picChg>
      </pc:sldChg>
    </pc:docChg>
  </pc:docChgLst>
  <pc:docChgLst>
    <pc:chgData name="Smit R. Dave" userId="S::smit.dave@scranton.edu::34234460-ad63-4c46-a423-ecbe368faae8" providerId="AD" clId="Web-{B3B4589E-7997-B6FC-A560-3DBDB3305A62}"/>
    <pc:docChg chg="modSld">
      <pc:chgData name="Smit R. Dave" userId="S::smit.dave@scranton.edu::34234460-ad63-4c46-a423-ecbe368faae8" providerId="AD" clId="Web-{B3B4589E-7997-B6FC-A560-3DBDB3305A62}" dt="2025-05-04T16:29:20.462" v="53" actId="20577"/>
      <pc:docMkLst>
        <pc:docMk/>
      </pc:docMkLst>
      <pc:sldChg chg="addSp delSp modSp">
        <pc:chgData name="Smit R. Dave" userId="S::smit.dave@scranton.edu::34234460-ad63-4c46-a423-ecbe368faae8" providerId="AD" clId="Web-{B3B4589E-7997-B6FC-A560-3DBDB3305A62}" dt="2025-05-04T16:29:20.462" v="53" actId="20577"/>
        <pc:sldMkLst>
          <pc:docMk/>
          <pc:sldMk cId="0" sldId="256"/>
        </pc:sldMkLst>
        <pc:spChg chg="add del mod">
          <ac:chgData name="Smit R. Dave" userId="S::smit.dave@scranton.edu::34234460-ad63-4c46-a423-ecbe368faae8" providerId="AD" clId="Web-{B3B4589E-7997-B6FC-A560-3DBDB3305A62}" dt="2025-05-04T16:27:26.364" v="1"/>
          <ac:spMkLst>
            <pc:docMk/>
            <pc:sldMk cId="0" sldId="256"/>
            <ac:spMk id="58" creationId="{56CE9C50-A97C-42A9-8BA3-C7BEBB4FC76F}"/>
          </ac:spMkLst>
        </pc:spChg>
        <pc:graphicFrameChg chg="add del mod modGraphic">
          <ac:chgData name="Smit R. Dave" userId="S::smit.dave@scranton.edu::34234460-ad63-4c46-a423-ecbe368faae8" providerId="AD" clId="Web-{B3B4589E-7997-B6FC-A560-3DBDB3305A62}" dt="2025-05-04T16:29:20.462" v="53" actId="20577"/>
          <ac:graphicFrameMkLst>
            <pc:docMk/>
            <pc:sldMk cId="0" sldId="256"/>
            <ac:graphicFrameMk id="5" creationId="{504E6C7D-2E78-03FB-D61C-48A44D596BE1}"/>
          </ac:graphicFrameMkLst>
        </pc:graphicFrameChg>
      </pc:sldChg>
    </pc:docChg>
  </pc:docChgLst>
  <pc:docChgLst>
    <pc:chgData name="Smit R. Dave" userId="S::smit.dave@scranton.edu::34234460-ad63-4c46-a423-ecbe368faae8" providerId="AD" clId="Web-{EF0BFE78-917F-600F-C84C-7F5F216A5EE3}"/>
    <pc:docChg chg="modSld">
      <pc:chgData name="Smit R. Dave" userId="S::smit.dave@scranton.edu::34234460-ad63-4c46-a423-ecbe368faae8" providerId="AD" clId="Web-{EF0BFE78-917F-600F-C84C-7F5F216A5EE3}" dt="2025-05-05T22:13:15.169" v="20" actId="20577"/>
      <pc:docMkLst>
        <pc:docMk/>
      </pc:docMkLst>
      <pc:sldChg chg="modSp">
        <pc:chgData name="Smit R. Dave" userId="S::smit.dave@scranton.edu::34234460-ad63-4c46-a423-ecbe368faae8" providerId="AD" clId="Web-{EF0BFE78-917F-600F-C84C-7F5F216A5EE3}" dt="2025-05-05T21:49:58.652" v="0" actId="1076"/>
        <pc:sldMkLst>
          <pc:docMk/>
          <pc:sldMk cId="0" sldId="265"/>
        </pc:sldMkLst>
        <pc:graphicFrameChg chg="mod">
          <ac:chgData name="Smit R. Dave" userId="S::smit.dave@scranton.edu::34234460-ad63-4c46-a423-ecbe368faae8" providerId="AD" clId="Web-{EF0BFE78-917F-600F-C84C-7F5F216A5EE3}" dt="2025-05-05T21:49:58.652" v="0" actId="1076"/>
          <ac:graphicFrameMkLst>
            <pc:docMk/>
            <pc:sldMk cId="0" sldId="265"/>
            <ac:graphicFrameMk id="5" creationId="{4006C529-F722-F6DA-7A2A-BD4A8E5EE132}"/>
          </ac:graphicFrameMkLst>
        </pc:graphicFrameChg>
      </pc:sldChg>
      <pc:sldChg chg="modSp">
        <pc:chgData name="Smit R. Dave" userId="S::smit.dave@scranton.edu::34234460-ad63-4c46-a423-ecbe368faae8" providerId="AD" clId="Web-{EF0BFE78-917F-600F-C84C-7F5F216A5EE3}" dt="2025-05-05T22:13:15.169" v="20" actId="20577"/>
        <pc:sldMkLst>
          <pc:docMk/>
          <pc:sldMk cId="0" sldId="277"/>
        </pc:sldMkLst>
        <pc:graphicFrameChg chg="modGraphic">
          <ac:chgData name="Smit R. Dave" userId="S::smit.dave@scranton.edu::34234460-ad63-4c46-a423-ecbe368faae8" providerId="AD" clId="Web-{EF0BFE78-917F-600F-C84C-7F5F216A5EE3}" dt="2025-05-05T22:13:15.169" v="20" actId="20577"/>
          <ac:graphicFrameMkLst>
            <pc:docMk/>
            <pc:sldMk cId="0" sldId="277"/>
            <ac:graphicFrameMk id="5" creationId="{618EF6A4-F9A0-7BCE-6819-1093F12DA7E7}"/>
          </ac:graphicFrameMkLst>
        </pc:graphicFrameChg>
      </pc:sldChg>
      <pc:sldChg chg="modSp">
        <pc:chgData name="Smit R. Dave" userId="S::smit.dave@scranton.edu::34234460-ad63-4c46-a423-ecbe368faae8" providerId="AD" clId="Web-{EF0BFE78-917F-600F-C84C-7F5F216A5EE3}" dt="2025-05-05T21:58:14.310" v="4" actId="20577"/>
        <pc:sldMkLst>
          <pc:docMk/>
          <pc:sldMk cId="1653433621" sldId="281"/>
        </pc:sldMkLst>
        <pc:spChg chg="mod">
          <ac:chgData name="Smit R. Dave" userId="S::smit.dave@scranton.edu::34234460-ad63-4c46-a423-ecbe368faae8" providerId="AD" clId="Web-{EF0BFE78-917F-600F-C84C-7F5F216A5EE3}" dt="2025-05-05T21:58:14.310" v="4" actId="20577"/>
          <ac:spMkLst>
            <pc:docMk/>
            <pc:sldMk cId="1653433621" sldId="281"/>
            <ac:spMk id="2" creationId="{04F91FFC-CEFC-5223-4BF7-D6CA9F027E06}"/>
          </ac:spMkLst>
        </pc:spChg>
      </pc:sldChg>
    </pc:docChg>
  </pc:docChgLst>
  <pc:docChgLst>
    <pc:chgData name="Smit R. Dave" userId="S::smit.dave@scranton.edu::34234460-ad63-4c46-a423-ecbe368faae8" providerId="AD" clId="Web-{2DDAF272-25FC-BB86-CFF5-65DE3631A27E}"/>
    <pc:docChg chg="addSld modSld">
      <pc:chgData name="Smit R. Dave" userId="S::smit.dave@scranton.edu::34234460-ad63-4c46-a423-ecbe368faae8" providerId="AD" clId="Web-{2DDAF272-25FC-BB86-CFF5-65DE3631A27E}" dt="2025-05-05T18:41:25.560" v="117" actId="1076"/>
      <pc:docMkLst>
        <pc:docMk/>
      </pc:docMkLst>
      <pc:sldChg chg="delSp modSp">
        <pc:chgData name="Smit R. Dave" userId="S::smit.dave@scranton.edu::34234460-ad63-4c46-a423-ecbe368faae8" providerId="AD" clId="Web-{2DDAF272-25FC-BB86-CFF5-65DE3631A27E}" dt="2025-05-05T18:38:14.548" v="93"/>
        <pc:sldMkLst>
          <pc:docMk/>
          <pc:sldMk cId="785466146" sldId="279"/>
        </pc:sldMkLst>
        <pc:spChg chg="mod">
          <ac:chgData name="Smit R. Dave" userId="S::smit.dave@scranton.edu::34234460-ad63-4c46-a423-ecbe368faae8" providerId="AD" clId="Web-{2DDAF272-25FC-BB86-CFF5-65DE3631A27E}" dt="2025-05-05T18:38:02.110" v="86" actId="20577"/>
          <ac:spMkLst>
            <pc:docMk/>
            <pc:sldMk cId="785466146" sldId="279"/>
            <ac:spMk id="2" creationId="{1C97F7AF-BFEE-A6B5-4B62-E842ADA9FBAC}"/>
          </ac:spMkLst>
        </pc:spChg>
        <pc:graphicFrameChg chg="modGraphic">
          <ac:chgData name="Smit R. Dave" userId="S::smit.dave@scranton.edu::34234460-ad63-4c46-a423-ecbe368faae8" providerId="AD" clId="Web-{2DDAF272-25FC-BB86-CFF5-65DE3631A27E}" dt="2025-05-05T18:38:11.860" v="92" actId="20577"/>
          <ac:graphicFrameMkLst>
            <pc:docMk/>
            <pc:sldMk cId="785466146" sldId="279"/>
            <ac:graphicFrameMk id="5" creationId="{92783830-0452-4339-4097-E3FA54F4DD1F}"/>
          </ac:graphicFrameMkLst>
        </pc:graphicFrameChg>
        <pc:graphicFrameChg chg="del">
          <ac:chgData name="Smit R. Dave" userId="S::smit.dave@scranton.edu::34234460-ad63-4c46-a423-ecbe368faae8" providerId="AD" clId="Web-{2DDAF272-25FC-BB86-CFF5-65DE3631A27E}" dt="2025-05-05T18:38:14.548" v="93"/>
          <ac:graphicFrameMkLst>
            <pc:docMk/>
            <pc:sldMk cId="785466146" sldId="279"/>
            <ac:graphicFrameMk id="630" creationId="{21DFBF88-F88D-198B-C9E9-84382136E06E}"/>
          </ac:graphicFrameMkLst>
        </pc:graphicFrameChg>
        <pc:picChg chg="del">
          <ac:chgData name="Smit R. Dave" userId="S::smit.dave@scranton.edu::34234460-ad63-4c46-a423-ecbe368faae8" providerId="AD" clId="Web-{2DDAF272-25FC-BB86-CFF5-65DE3631A27E}" dt="2025-05-05T18:38:02.172" v="87"/>
          <ac:picMkLst>
            <pc:docMk/>
            <pc:sldMk cId="785466146" sldId="279"/>
            <ac:picMk id="631" creationId="{6B1D3C02-27F0-0318-C675-674F41D313FE}"/>
          </ac:picMkLst>
        </pc:picChg>
        <pc:picChg chg="del">
          <ac:chgData name="Smit R. Dave" userId="S::smit.dave@scranton.edu::34234460-ad63-4c46-a423-ecbe368faae8" providerId="AD" clId="Web-{2DDAF272-25FC-BB86-CFF5-65DE3631A27E}" dt="2025-05-05T18:38:02.282" v="88"/>
          <ac:picMkLst>
            <pc:docMk/>
            <pc:sldMk cId="785466146" sldId="279"/>
            <ac:picMk id="632" creationId="{3837A44C-878E-58ED-04F7-347ABF2C4695}"/>
          </ac:picMkLst>
        </pc:picChg>
      </pc:sldChg>
      <pc:sldChg chg="addSp delSp modSp add replId">
        <pc:chgData name="Smit R. Dave" userId="S::smit.dave@scranton.edu::34234460-ad63-4c46-a423-ecbe368faae8" providerId="AD" clId="Web-{2DDAF272-25FC-BB86-CFF5-65DE3631A27E}" dt="2025-05-05T18:37:26.498" v="65"/>
        <pc:sldMkLst>
          <pc:docMk/>
          <pc:sldMk cId="899507713" sldId="280"/>
        </pc:sldMkLst>
        <pc:spChg chg="mod">
          <ac:chgData name="Smit R. Dave" userId="S::smit.dave@scranton.edu::34234460-ad63-4c46-a423-ecbe368faae8" providerId="AD" clId="Web-{2DDAF272-25FC-BB86-CFF5-65DE3631A27E}" dt="2025-05-05T18:35:17.349" v="11" actId="1076"/>
          <ac:spMkLst>
            <pc:docMk/>
            <pc:sldMk cId="899507713" sldId="280"/>
            <ac:spMk id="2" creationId="{F7462621-E48F-9439-E6B3-98F39DCAED1F}"/>
          </ac:spMkLst>
        </pc:spChg>
        <pc:graphicFrameChg chg="mod modGraphic">
          <ac:chgData name="Smit R. Dave" userId="S::smit.dave@scranton.edu::34234460-ad63-4c46-a423-ecbe368faae8" providerId="AD" clId="Web-{2DDAF272-25FC-BB86-CFF5-65DE3631A27E}" dt="2025-05-05T18:37:16.138" v="54" actId="14100"/>
          <ac:graphicFrameMkLst>
            <pc:docMk/>
            <pc:sldMk cId="899507713" sldId="280"/>
            <ac:graphicFrameMk id="5" creationId="{CB469F3B-9622-331D-5B82-3E461F1637B1}"/>
          </ac:graphicFrameMkLst>
        </pc:graphicFrameChg>
        <pc:graphicFrameChg chg="add mod modGraphic">
          <ac:chgData name="Smit R. Dave" userId="S::smit.dave@scranton.edu::34234460-ad63-4c46-a423-ecbe368faae8" providerId="AD" clId="Web-{2DDAF272-25FC-BB86-CFF5-65DE3631A27E}" dt="2025-05-05T18:37:26.498" v="65"/>
          <ac:graphicFrameMkLst>
            <pc:docMk/>
            <pc:sldMk cId="899507713" sldId="280"/>
            <ac:graphicFrameMk id="407" creationId="{D36FC4E8-D10B-1D3E-5387-ADE9E12A486E}"/>
          </ac:graphicFrameMkLst>
        </pc:graphicFrameChg>
        <pc:picChg chg="del">
          <ac:chgData name="Smit R. Dave" userId="S::smit.dave@scranton.edu::34234460-ad63-4c46-a423-ecbe368faae8" providerId="AD" clId="Web-{2DDAF272-25FC-BB86-CFF5-65DE3631A27E}" dt="2025-05-05T18:36:50.980" v="47"/>
          <ac:picMkLst>
            <pc:docMk/>
            <pc:sldMk cId="899507713" sldId="280"/>
            <ac:picMk id="35" creationId="{23F97B60-292E-38D3-81E1-F22E2E2150B0}"/>
          </ac:picMkLst>
        </pc:picChg>
        <pc:picChg chg="add mod">
          <ac:chgData name="Smit R. Dave" userId="S::smit.dave@scranton.edu::34234460-ad63-4c46-a423-ecbe368faae8" providerId="AD" clId="Web-{2DDAF272-25FC-BB86-CFF5-65DE3631A27E}" dt="2025-05-05T18:37:05.762" v="52" actId="14100"/>
          <ac:picMkLst>
            <pc:docMk/>
            <pc:sldMk cId="899507713" sldId="280"/>
            <ac:picMk id="409" creationId="{1C178781-366E-459A-DB8C-B638E88CB448}"/>
          </ac:picMkLst>
        </pc:picChg>
        <pc:picChg chg="add mod">
          <ac:chgData name="Smit R. Dave" userId="S::smit.dave@scranton.edu::34234460-ad63-4c46-a423-ecbe368faae8" providerId="AD" clId="Web-{2DDAF272-25FC-BB86-CFF5-65DE3631A27E}" dt="2025-05-05T18:37:05.794" v="53" actId="14100"/>
          <ac:picMkLst>
            <pc:docMk/>
            <pc:sldMk cId="899507713" sldId="280"/>
            <ac:picMk id="411" creationId="{3E08731E-ECB2-9342-032B-5ADD62E136A9}"/>
          </ac:picMkLst>
        </pc:picChg>
        <pc:picChg chg="del">
          <ac:chgData name="Smit R. Dave" userId="S::smit.dave@scranton.edu::34234460-ad63-4c46-a423-ecbe368faae8" providerId="AD" clId="Web-{2DDAF272-25FC-BB86-CFF5-65DE3631A27E}" dt="2025-05-05T18:36:51.074" v="48"/>
          <ac:picMkLst>
            <pc:docMk/>
            <pc:sldMk cId="899507713" sldId="280"/>
            <ac:picMk id="415" creationId="{1D9A2DFF-8D2F-1696-68DB-2968C4122BA0}"/>
          </ac:picMkLst>
        </pc:picChg>
        <pc:picChg chg="del">
          <ac:chgData name="Smit R. Dave" userId="S::smit.dave@scranton.edu::34234460-ad63-4c46-a423-ecbe368faae8" providerId="AD" clId="Web-{2DDAF272-25FC-BB86-CFF5-65DE3631A27E}" dt="2025-05-05T18:36:51.105" v="49"/>
          <ac:picMkLst>
            <pc:docMk/>
            <pc:sldMk cId="899507713" sldId="280"/>
            <ac:picMk id="416" creationId="{DD48194C-F7CD-3D2C-3471-BE3A9873DC65}"/>
          </ac:picMkLst>
        </pc:picChg>
      </pc:sldChg>
      <pc:sldChg chg="addSp delSp modSp add replId">
        <pc:chgData name="Smit R. Dave" userId="S::smit.dave@scranton.edu::34234460-ad63-4c46-a423-ecbe368faae8" providerId="AD" clId="Web-{2DDAF272-25FC-BB86-CFF5-65DE3631A27E}" dt="2025-05-05T18:41:25.560" v="117" actId="1076"/>
        <pc:sldMkLst>
          <pc:docMk/>
          <pc:sldMk cId="1653433621" sldId="281"/>
        </pc:sldMkLst>
        <pc:spChg chg="mod">
          <ac:chgData name="Smit R. Dave" userId="S::smit.dave@scranton.edu::34234460-ad63-4c46-a423-ecbe368faae8" providerId="AD" clId="Web-{2DDAF272-25FC-BB86-CFF5-65DE3631A27E}" dt="2025-05-05T18:40:24.494" v="104" actId="20577"/>
          <ac:spMkLst>
            <pc:docMk/>
            <pc:sldMk cId="1653433621" sldId="281"/>
            <ac:spMk id="2" creationId="{04F91FFC-CEFC-5223-4BF7-D6CA9F027E06}"/>
          </ac:spMkLst>
        </pc:spChg>
        <pc:picChg chg="add mod">
          <ac:chgData name="Smit R. Dave" userId="S::smit.dave@scranton.edu::34234460-ad63-4c46-a423-ecbe368faae8" providerId="AD" clId="Web-{2DDAF272-25FC-BB86-CFF5-65DE3631A27E}" dt="2025-05-05T18:41:25.560" v="117" actId="1076"/>
          <ac:picMkLst>
            <pc:docMk/>
            <pc:sldMk cId="1653433621" sldId="281"/>
            <ac:picMk id="30" creationId="{991A36AE-D7F9-86EA-F22A-20D8492EDF22}"/>
          </ac:picMkLst>
        </pc:picChg>
        <pc:picChg chg="add mod">
          <ac:chgData name="Smit R. Dave" userId="S::smit.dave@scranton.edu::34234460-ad63-4c46-a423-ecbe368faae8" providerId="AD" clId="Web-{2DDAF272-25FC-BB86-CFF5-65DE3631A27E}" dt="2025-05-05T18:41:21.247" v="116" actId="1076"/>
          <ac:picMkLst>
            <pc:docMk/>
            <pc:sldMk cId="1653433621" sldId="281"/>
            <ac:picMk id="31" creationId="{325E0659-8383-D91E-7B1F-6E9986A1B656}"/>
          </ac:picMkLst>
        </pc:picChg>
        <pc:picChg chg="del">
          <ac:chgData name="Smit R. Dave" userId="S::smit.dave@scranton.edu::34234460-ad63-4c46-a423-ecbe368faae8" providerId="AD" clId="Web-{2DDAF272-25FC-BB86-CFF5-65DE3631A27E}" dt="2025-05-05T18:40:25.025" v="105"/>
          <ac:picMkLst>
            <pc:docMk/>
            <pc:sldMk cId="1653433621" sldId="281"/>
            <ac:picMk id="409" creationId="{3AE0196C-D962-45C3-B71C-A94C9927DD20}"/>
          </ac:picMkLst>
        </pc:picChg>
        <pc:picChg chg="del">
          <ac:chgData name="Smit R. Dave" userId="S::smit.dave@scranton.edu::34234460-ad63-4c46-a423-ecbe368faae8" providerId="AD" clId="Web-{2DDAF272-25FC-BB86-CFF5-65DE3631A27E}" dt="2025-05-05T18:40:26.041" v="106"/>
          <ac:picMkLst>
            <pc:docMk/>
            <pc:sldMk cId="1653433621" sldId="281"/>
            <ac:picMk id="411" creationId="{5D79A7CA-D4EB-8186-E758-E44A806A0CBE}"/>
          </ac:picMkLst>
        </pc:picChg>
      </pc:sldChg>
    </pc:docChg>
  </pc:docChgLst>
  <pc:docChgLst>
    <pc:chgData name="Smit R. Dave" userId="S::smit.dave@scranton.edu::34234460-ad63-4c46-a423-ecbe368faae8" providerId="AD" clId="Web-{AB0C3893-C1F5-1696-746D-5BD826C57C2F}"/>
    <pc:docChg chg="addSld delSld modSld">
      <pc:chgData name="Smit R. Dave" userId="S::smit.dave@scranton.edu::34234460-ad63-4c46-a423-ecbe368faae8" providerId="AD" clId="Web-{AB0C3893-C1F5-1696-746D-5BD826C57C2F}" dt="2025-05-05T18:33:01.513" v="381" actId="14100"/>
      <pc:docMkLst>
        <pc:docMk/>
      </pc:docMkLst>
      <pc:sldChg chg="modSp">
        <pc:chgData name="Smit R. Dave" userId="S::smit.dave@scranton.edu::34234460-ad63-4c46-a423-ecbe368faae8" providerId="AD" clId="Web-{AB0C3893-C1F5-1696-746D-5BD826C57C2F}" dt="2025-05-05T13:36:08.768" v="86" actId="20577"/>
        <pc:sldMkLst>
          <pc:docMk/>
          <pc:sldMk cId="0" sldId="256"/>
        </pc:sldMkLst>
        <pc:spChg chg="mod">
          <ac:chgData name="Smit R. Dave" userId="S::smit.dave@scranton.edu::34234460-ad63-4c46-a423-ecbe368faae8" providerId="AD" clId="Web-{AB0C3893-C1F5-1696-746D-5BD826C57C2F}" dt="2025-05-05T13:36:08.768" v="86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Smit R. Dave" userId="S::smit.dave@scranton.edu::34234460-ad63-4c46-a423-ecbe368faae8" providerId="AD" clId="Web-{AB0C3893-C1F5-1696-746D-5BD826C57C2F}" dt="2025-05-05T13:35:20.126" v="73" actId="20577"/>
        <pc:sldMkLst>
          <pc:docMk/>
          <pc:sldMk cId="0" sldId="257"/>
        </pc:sldMkLst>
        <pc:graphicFrameChg chg="modGraphic">
          <ac:chgData name="Smit R. Dave" userId="S::smit.dave@scranton.edu::34234460-ad63-4c46-a423-ecbe368faae8" providerId="AD" clId="Web-{AB0C3893-C1F5-1696-746D-5BD826C57C2F}" dt="2025-05-05T13:35:20.126" v="73" actId="20577"/>
          <ac:graphicFrameMkLst>
            <pc:docMk/>
            <pc:sldMk cId="0" sldId="257"/>
            <ac:graphicFrameMk id="5" creationId="{E64F2D50-F540-0069-F364-E02460FE7073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5:43.486" v="80" actId="20577"/>
        <pc:sldMkLst>
          <pc:docMk/>
          <pc:sldMk cId="0" sldId="258"/>
        </pc:sldMkLst>
        <pc:graphicFrameChg chg="modGraphic">
          <ac:chgData name="Smit R. Dave" userId="S::smit.dave@scranton.edu::34234460-ad63-4c46-a423-ecbe368faae8" providerId="AD" clId="Web-{AB0C3893-C1F5-1696-746D-5BD826C57C2F}" dt="2025-05-05T13:35:43.486" v="80" actId="20577"/>
          <ac:graphicFrameMkLst>
            <pc:docMk/>
            <pc:sldMk cId="0" sldId="258"/>
            <ac:graphicFrameMk id="5" creationId="{A91C35EB-FCEA-9D56-0717-54DB67375E91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6:50.316" v="93" actId="20577"/>
        <pc:sldMkLst>
          <pc:docMk/>
          <pc:sldMk cId="0" sldId="259"/>
        </pc:sldMkLst>
        <pc:graphicFrameChg chg="modGraphic">
          <ac:chgData name="Smit R. Dave" userId="S::smit.dave@scranton.edu::34234460-ad63-4c46-a423-ecbe368faae8" providerId="AD" clId="Web-{AB0C3893-C1F5-1696-746D-5BD826C57C2F}" dt="2025-05-05T13:36:50.316" v="93" actId="20577"/>
          <ac:graphicFrameMkLst>
            <pc:docMk/>
            <pc:sldMk cId="0" sldId="259"/>
            <ac:graphicFrameMk id="5" creationId="{BC84202D-69EA-5604-ECCD-73E3AAC200B6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7:20.114" v="100" actId="20577"/>
        <pc:sldMkLst>
          <pc:docMk/>
          <pc:sldMk cId="0" sldId="260"/>
        </pc:sldMkLst>
        <pc:graphicFrameChg chg="modGraphic">
          <ac:chgData name="Smit R. Dave" userId="S::smit.dave@scranton.edu::34234460-ad63-4c46-a423-ecbe368faae8" providerId="AD" clId="Web-{AB0C3893-C1F5-1696-746D-5BD826C57C2F}" dt="2025-05-05T13:37:20.114" v="100" actId="20577"/>
          <ac:graphicFrameMkLst>
            <pc:docMk/>
            <pc:sldMk cId="0" sldId="260"/>
            <ac:graphicFrameMk id="5" creationId="{DA360CF3-7C01-B5FD-3AC7-20851B015E21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8:18.679" v="103" actId="20577"/>
        <pc:sldMkLst>
          <pc:docMk/>
          <pc:sldMk cId="0" sldId="261"/>
        </pc:sldMkLst>
        <pc:graphicFrameChg chg="modGraphic">
          <ac:chgData name="Smit R. Dave" userId="S::smit.dave@scranton.edu::34234460-ad63-4c46-a423-ecbe368faae8" providerId="AD" clId="Web-{AB0C3893-C1F5-1696-746D-5BD826C57C2F}" dt="2025-05-05T13:38:18.679" v="103" actId="20577"/>
          <ac:graphicFrameMkLst>
            <pc:docMk/>
            <pc:sldMk cId="0" sldId="261"/>
            <ac:graphicFrameMk id="5" creationId="{09C6090C-B9E5-9BB0-68D1-B66EAAF3867A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8:43.789" v="109" actId="20577"/>
        <pc:sldMkLst>
          <pc:docMk/>
          <pc:sldMk cId="0" sldId="262"/>
        </pc:sldMkLst>
        <pc:graphicFrameChg chg="modGraphic">
          <ac:chgData name="Smit R. Dave" userId="S::smit.dave@scranton.edu::34234460-ad63-4c46-a423-ecbe368faae8" providerId="AD" clId="Web-{AB0C3893-C1F5-1696-746D-5BD826C57C2F}" dt="2025-05-05T13:38:43.789" v="109" actId="20577"/>
          <ac:graphicFrameMkLst>
            <pc:docMk/>
            <pc:sldMk cId="0" sldId="262"/>
            <ac:graphicFrameMk id="5" creationId="{0E1EDB51-5E3D-71C5-2DCA-6FEF23442740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9:02.821" v="116" actId="20577"/>
        <pc:sldMkLst>
          <pc:docMk/>
          <pc:sldMk cId="0" sldId="263"/>
        </pc:sldMkLst>
        <pc:graphicFrameChg chg="modGraphic">
          <ac:chgData name="Smit R. Dave" userId="S::smit.dave@scranton.edu::34234460-ad63-4c46-a423-ecbe368faae8" providerId="AD" clId="Web-{AB0C3893-C1F5-1696-746D-5BD826C57C2F}" dt="2025-05-05T13:39:02.821" v="116" actId="20577"/>
          <ac:graphicFrameMkLst>
            <pc:docMk/>
            <pc:sldMk cId="0" sldId="263"/>
            <ac:graphicFrameMk id="5" creationId="{B2CD5AAF-5426-BCEF-E79B-5A278F9074A8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9:29.135" v="121" actId="20577"/>
        <pc:sldMkLst>
          <pc:docMk/>
          <pc:sldMk cId="0" sldId="264"/>
        </pc:sldMkLst>
        <pc:graphicFrameChg chg="modGraphic">
          <ac:chgData name="Smit R. Dave" userId="S::smit.dave@scranton.edu::34234460-ad63-4c46-a423-ecbe368faae8" providerId="AD" clId="Web-{AB0C3893-C1F5-1696-746D-5BD826C57C2F}" dt="2025-05-05T13:39:29.135" v="121" actId="20577"/>
          <ac:graphicFrameMkLst>
            <pc:docMk/>
            <pc:sldMk cId="0" sldId="264"/>
            <ac:graphicFrameMk id="5" creationId="{65AB1472-A685-768A-BC33-441374B9171D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9:48.401" v="126" actId="20577"/>
        <pc:sldMkLst>
          <pc:docMk/>
          <pc:sldMk cId="0" sldId="265"/>
        </pc:sldMkLst>
        <pc:graphicFrameChg chg="modGraphic">
          <ac:chgData name="Smit R. Dave" userId="S::smit.dave@scranton.edu::34234460-ad63-4c46-a423-ecbe368faae8" providerId="AD" clId="Web-{AB0C3893-C1F5-1696-746D-5BD826C57C2F}" dt="2025-05-05T13:39:48.401" v="126" actId="20577"/>
          <ac:graphicFrameMkLst>
            <pc:docMk/>
            <pc:sldMk cId="0" sldId="265"/>
            <ac:graphicFrameMk id="5" creationId="{4006C529-F722-F6DA-7A2A-BD4A8E5EE132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3:39:59.214" v="132" actId="20577"/>
        <pc:sldMkLst>
          <pc:docMk/>
          <pc:sldMk cId="0" sldId="266"/>
        </pc:sldMkLst>
        <pc:graphicFrameChg chg="modGraphic">
          <ac:chgData name="Smit R. Dave" userId="S::smit.dave@scranton.edu::34234460-ad63-4c46-a423-ecbe368faae8" providerId="AD" clId="Web-{AB0C3893-C1F5-1696-746D-5BD826C57C2F}" dt="2025-05-05T13:39:59.214" v="132" actId="20577"/>
          <ac:graphicFrameMkLst>
            <pc:docMk/>
            <pc:sldMk cId="0" sldId="266"/>
            <ac:graphicFrameMk id="5" creationId="{B823E9E9-CC2A-5A3E-9EC9-45C99DE4E5AF}"/>
          </ac:graphicFrameMkLst>
        </pc:graphicFrameChg>
      </pc:sldChg>
      <pc:sldChg chg="addSp delSp modSp">
        <pc:chgData name="Smit R. Dave" userId="S::smit.dave@scranton.edu::34234460-ad63-4c46-a423-ecbe368faae8" providerId="AD" clId="Web-{AB0C3893-C1F5-1696-746D-5BD826C57C2F}" dt="2025-05-05T18:15:05.916" v="302" actId="1076"/>
        <pc:sldMkLst>
          <pc:docMk/>
          <pc:sldMk cId="0" sldId="267"/>
        </pc:sldMkLst>
        <pc:spChg chg="mod">
          <ac:chgData name="Smit R. Dave" userId="S::smit.dave@scranton.edu::34234460-ad63-4c46-a423-ecbe368faae8" providerId="AD" clId="Web-{AB0C3893-C1F5-1696-746D-5BD826C57C2F}" dt="2025-05-05T18:14:14.773" v="295"/>
          <ac:spMkLst>
            <pc:docMk/>
            <pc:sldMk cId="0" sldId="267"/>
            <ac:spMk id="2" creationId="{00000000-0000-0000-0000-000000000000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4:14.773" v="295"/>
          <ac:spMkLst>
            <pc:docMk/>
            <pc:sldMk cId="0" sldId="267"/>
            <ac:spMk id="78" creationId="{AE6CA01B-0DEB-4E9A-9768-B728DA42C1D4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4:14.678" v="294"/>
          <ac:spMkLst>
            <pc:docMk/>
            <pc:sldMk cId="0" sldId="267"/>
            <ac:spMk id="608" creationId="{E698F7DB-50DA-4359-AB57-E3DA492A0074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4:14.678" v="294"/>
          <ac:spMkLst>
            <pc:docMk/>
            <pc:sldMk cId="0" sldId="267"/>
            <ac:spMk id="609" creationId="{640B2599-8958-480A-B5BB-A76A74D7084C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3:11.471" v="292"/>
          <ac:spMkLst>
            <pc:docMk/>
            <pc:sldMk cId="0" sldId="267"/>
            <ac:spMk id="611" creationId="{C3896A03-3945-419A-B66B-4EE266EDD152}"/>
          </ac:spMkLst>
        </pc:spChg>
        <pc:spChg chg="add">
          <ac:chgData name="Smit R. Dave" userId="S::smit.dave@scranton.edu::34234460-ad63-4c46-a423-ecbe368faae8" providerId="AD" clId="Web-{AB0C3893-C1F5-1696-746D-5BD826C57C2F}" dt="2025-05-05T18:14:14.773" v="295"/>
          <ac:spMkLst>
            <pc:docMk/>
            <pc:sldMk cId="0" sldId="267"/>
            <ac:spMk id="612" creationId="{61293230-B0F6-45B1-96D1-13D18E242995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3:11.471" v="292"/>
          <ac:spMkLst>
            <pc:docMk/>
            <pc:sldMk cId="0" sldId="267"/>
            <ac:spMk id="613" creationId="{B34F5AD2-EDBD-4BBD-A55C-EAFFD0C7097A}"/>
          </ac:spMkLst>
        </pc:spChg>
        <pc:spChg chg="add">
          <ac:chgData name="Smit R. Dave" userId="S::smit.dave@scranton.edu::34234460-ad63-4c46-a423-ecbe368faae8" providerId="AD" clId="Web-{AB0C3893-C1F5-1696-746D-5BD826C57C2F}" dt="2025-05-05T18:14:14.773" v="295"/>
          <ac:spMkLst>
            <pc:docMk/>
            <pc:sldMk cId="0" sldId="267"/>
            <ac:spMk id="614" creationId="{DB74BAD7-F0FC-4719-A31F-1ABDB62116DA}"/>
          </ac:spMkLst>
        </pc:spChg>
        <pc:spChg chg="add del">
          <ac:chgData name="Smit R. Dave" userId="S::smit.dave@scranton.edu::34234460-ad63-4c46-a423-ecbe368faae8" providerId="AD" clId="Web-{AB0C3893-C1F5-1696-746D-5BD826C57C2F}" dt="2025-05-05T18:13:11.471" v="292"/>
          <ac:spMkLst>
            <pc:docMk/>
            <pc:sldMk cId="0" sldId="267"/>
            <ac:spMk id="615" creationId="{450D3AD2-FA80-415F-A9CE-54D884561CD7}"/>
          </ac:spMkLst>
        </pc:spChg>
        <pc:grpChg chg="add del">
          <ac:chgData name="Smit R. Dave" userId="S::smit.dave@scranton.edu::34234460-ad63-4c46-a423-ecbe368faae8" providerId="AD" clId="Web-{AB0C3893-C1F5-1696-746D-5BD826C57C2F}" dt="2025-05-05T18:14:14.773" v="295"/>
          <ac:grpSpMkLst>
            <pc:docMk/>
            <pc:sldMk cId="0" sldId="267"/>
            <ac:grpSpMk id="79" creationId="{A57D8C8E-634E-4E83-9657-225A4DFE47ED}"/>
          </ac:grpSpMkLst>
        </pc:grpChg>
        <pc:graphicFrameChg chg="mod ord modGraphic">
          <ac:chgData name="Smit R. Dave" userId="S::smit.dave@scranton.edu::34234460-ad63-4c46-a423-ecbe368faae8" providerId="AD" clId="Web-{AB0C3893-C1F5-1696-746D-5BD826C57C2F}" dt="2025-05-05T18:14:14.773" v="295"/>
          <ac:graphicFrameMkLst>
            <pc:docMk/>
            <pc:sldMk cId="0" sldId="267"/>
            <ac:graphicFrameMk id="5" creationId="{D1723136-A1AC-9400-FD40-1BB31B0F5F9F}"/>
          </ac:graphicFrameMkLst>
        </pc:graphicFrameChg>
        <pc:picChg chg="mod">
          <ac:chgData name="Smit R. Dave" userId="S::smit.dave@scranton.edu::34234460-ad63-4c46-a423-ecbe368faae8" providerId="AD" clId="Web-{AB0C3893-C1F5-1696-746D-5BD826C57C2F}" dt="2025-05-05T18:14:35.414" v="297" actId="14100"/>
          <ac:picMkLst>
            <pc:docMk/>
            <pc:sldMk cId="0" sldId="267"/>
            <ac:picMk id="45" creationId="{B1616DA6-4120-A146-3889-1BAC5D2E9031}"/>
          </ac:picMkLst>
        </pc:picChg>
        <pc:picChg chg="mod">
          <ac:chgData name="Smit R. Dave" userId="S::smit.dave@scranton.edu::34234460-ad63-4c46-a423-ecbe368faae8" providerId="AD" clId="Web-{AB0C3893-C1F5-1696-746D-5BD826C57C2F}" dt="2025-05-05T18:15:05.916" v="302" actId="1076"/>
          <ac:picMkLst>
            <pc:docMk/>
            <pc:sldMk cId="0" sldId="267"/>
            <ac:picMk id="46" creationId="{6E1B4215-9A99-4A45-B73E-8BEF94DD9BFD}"/>
          </ac:picMkLst>
        </pc:picChg>
        <pc:picChg chg="del">
          <ac:chgData name="Smit R. Dave" userId="S::smit.dave@scranton.edu::34234460-ad63-4c46-a423-ecbe368faae8" providerId="AD" clId="Web-{AB0C3893-C1F5-1696-746D-5BD826C57C2F}" dt="2025-05-05T17:48:16.597" v="203"/>
          <ac:picMkLst>
            <pc:docMk/>
            <pc:sldMk cId="0" sldId="267"/>
            <ac:picMk id="47" creationId="{C261C089-0186-0121-A741-940C645C3BAC}"/>
          </ac:picMkLst>
        </pc:picChg>
        <pc:picChg chg="add mod">
          <ac:chgData name="Smit R. Dave" userId="S::smit.dave@scranton.edu::34234460-ad63-4c46-a423-ecbe368faae8" providerId="AD" clId="Web-{AB0C3893-C1F5-1696-746D-5BD826C57C2F}" dt="2025-05-05T18:15:02.447" v="301" actId="14100"/>
          <ac:picMkLst>
            <pc:docMk/>
            <pc:sldMk cId="0" sldId="267"/>
            <ac:picMk id="606" creationId="{21E05CF5-1F06-E60C-57CA-8F38B938FAD1}"/>
          </ac:picMkLst>
        </pc:picChg>
      </pc:sldChg>
      <pc:sldChg chg="modSp del">
        <pc:chgData name="Smit R. Dave" userId="S::smit.dave@scranton.edu::34234460-ad63-4c46-a423-ecbe368faae8" providerId="AD" clId="Web-{AB0C3893-C1F5-1696-746D-5BD826C57C2F}" dt="2025-05-05T18:24:45.358" v="355"/>
        <pc:sldMkLst>
          <pc:docMk/>
          <pc:sldMk cId="0" sldId="268"/>
        </pc:sldMkLst>
        <pc:spChg chg="mod">
          <ac:chgData name="Smit R. Dave" userId="S::smit.dave@scranton.edu::34234460-ad63-4c46-a423-ecbe368faae8" providerId="AD" clId="Web-{AB0C3893-C1F5-1696-746D-5BD826C57C2F}" dt="2025-05-05T13:41:19.483" v="142" actId="20577"/>
          <ac:spMkLst>
            <pc:docMk/>
            <pc:sldMk cId="0" sldId="268"/>
            <ac:spMk id="2" creationId="{00000000-0000-0000-0000-000000000000}"/>
          </ac:spMkLst>
        </pc:spChg>
      </pc:sldChg>
      <pc:sldChg chg="addSp delSp modSp">
        <pc:chgData name="Smit R. Dave" userId="S::smit.dave@scranton.edu::34234460-ad63-4c46-a423-ecbe368faae8" providerId="AD" clId="Web-{AB0C3893-C1F5-1696-746D-5BD826C57C2F}" dt="2025-05-05T18:33:01.513" v="381" actId="14100"/>
        <pc:sldMkLst>
          <pc:docMk/>
          <pc:sldMk cId="0" sldId="269"/>
        </pc:sldMkLst>
        <pc:spChg chg="add del mod">
          <ac:chgData name="Smit R. Dave" userId="S::smit.dave@scranton.edu::34234460-ad63-4c46-a423-ecbe368faae8" providerId="AD" clId="Web-{AB0C3893-C1F5-1696-746D-5BD826C57C2F}" dt="2025-05-05T13:31:00.038" v="46"/>
          <ac:spMkLst>
            <pc:docMk/>
            <pc:sldMk cId="0" sldId="269"/>
            <ac:spMk id="396" creationId="{FB0FB027-2C45-B09A-DD91-D66043CB93CA}"/>
          </ac:spMkLst>
        </pc:spChg>
        <pc:graphicFrameChg chg="add del modGraphic">
          <ac:chgData name="Smit R. Dave" userId="S::smit.dave@scranton.edu::34234460-ad63-4c46-a423-ecbe368faae8" providerId="AD" clId="Web-{AB0C3893-C1F5-1696-746D-5BD826C57C2F}" dt="2025-05-05T13:33:49.357" v="64" actId="20577"/>
          <ac:graphicFrameMkLst>
            <pc:docMk/>
            <pc:sldMk cId="0" sldId="269"/>
            <ac:graphicFrameMk id="5" creationId="{B6066F55-A18B-C0ED-D498-6C3DDB0C726A}"/>
          </ac:graphicFrameMkLst>
        </pc:graphicFrameChg>
        <pc:picChg chg="mod">
          <ac:chgData name="Smit R. Dave" userId="S::smit.dave@scranton.edu::34234460-ad63-4c46-a423-ecbe368faae8" providerId="AD" clId="Web-{AB0C3893-C1F5-1696-746D-5BD826C57C2F}" dt="2025-05-05T18:33:01.513" v="381" actId="14100"/>
          <ac:picMkLst>
            <pc:docMk/>
            <pc:sldMk cId="0" sldId="269"/>
            <ac:picMk id="35" creationId="{7FBE73EA-3AC9-0AA8-0394-B0437A6C50D9}"/>
          </ac:picMkLst>
        </pc:picChg>
        <pc:picChg chg="del">
          <ac:chgData name="Smit R. Dave" userId="S::smit.dave@scranton.edu::34234460-ad63-4c46-a423-ecbe368faae8" providerId="AD" clId="Web-{AB0C3893-C1F5-1696-746D-5BD826C57C2F}" dt="2025-05-05T13:31:02.022" v="47"/>
          <ac:picMkLst>
            <pc:docMk/>
            <pc:sldMk cId="0" sldId="269"/>
            <ac:picMk id="36" creationId="{35F98A91-8281-9031-18EB-905A3189C0CF}"/>
          </ac:picMkLst>
        </pc:picChg>
        <pc:picChg chg="del">
          <ac:chgData name="Smit R. Dave" userId="S::smit.dave@scranton.edu::34234460-ad63-4c46-a423-ecbe368faae8" providerId="AD" clId="Web-{AB0C3893-C1F5-1696-746D-5BD826C57C2F}" dt="2025-05-05T13:32:55.167" v="52"/>
          <ac:picMkLst>
            <pc:docMk/>
            <pc:sldMk cId="0" sldId="269"/>
            <ac:picMk id="37" creationId="{2939449A-F848-DB2D-9940-2CF3A43537FA}"/>
          </ac:picMkLst>
        </pc:picChg>
        <pc:picChg chg="add mod">
          <ac:chgData name="Smit R. Dave" userId="S::smit.dave@scranton.edu::34234460-ad63-4c46-a423-ecbe368faae8" providerId="AD" clId="Web-{AB0C3893-C1F5-1696-746D-5BD826C57C2F}" dt="2025-05-05T18:32:25.714" v="378" actId="14100"/>
          <ac:picMkLst>
            <pc:docMk/>
            <pc:sldMk cId="0" sldId="269"/>
            <ac:picMk id="415" creationId="{9294D086-895C-18E5-6B1B-C1F228D8EFD4}"/>
          </ac:picMkLst>
        </pc:picChg>
        <pc:picChg chg="add mod">
          <ac:chgData name="Smit R. Dave" userId="S::smit.dave@scranton.edu::34234460-ad63-4c46-a423-ecbe368faae8" providerId="AD" clId="Web-{AB0C3893-C1F5-1696-746D-5BD826C57C2F}" dt="2025-05-05T18:32:54.153" v="379" actId="14100"/>
          <ac:picMkLst>
            <pc:docMk/>
            <pc:sldMk cId="0" sldId="269"/>
            <ac:picMk id="416" creationId="{D2D2959A-CC8E-7B9C-9A20-77B03BD70CEB}"/>
          </ac:picMkLst>
        </pc:picChg>
      </pc:sldChg>
      <pc:sldChg chg="modSp del">
        <pc:chgData name="Smit R. Dave" userId="S::smit.dave@scranton.edu::34234460-ad63-4c46-a423-ecbe368faae8" providerId="AD" clId="Web-{AB0C3893-C1F5-1696-746D-5BD826C57C2F}" dt="2025-05-05T18:25:37.439" v="356"/>
        <pc:sldMkLst>
          <pc:docMk/>
          <pc:sldMk cId="0" sldId="270"/>
        </pc:sldMkLst>
        <pc:spChg chg="mod">
          <ac:chgData name="Smit R. Dave" userId="S::smit.dave@scranton.edu::34234460-ad63-4c46-a423-ecbe368faae8" providerId="AD" clId="Web-{AB0C3893-C1F5-1696-746D-5BD826C57C2F}" dt="2025-05-05T13:41:37.280" v="151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 del">
        <pc:chgData name="Smit R. Dave" userId="S::smit.dave@scranton.edu::34234460-ad63-4c46-a423-ecbe368faae8" providerId="AD" clId="Web-{AB0C3893-C1F5-1696-746D-5BD826C57C2F}" dt="2025-05-05T18:25:39.986" v="357"/>
        <pc:sldMkLst>
          <pc:docMk/>
          <pc:sldMk cId="0" sldId="271"/>
        </pc:sldMkLst>
        <pc:spChg chg="mod">
          <ac:chgData name="Smit R. Dave" userId="S::smit.dave@scranton.edu::34234460-ad63-4c46-a423-ecbe368faae8" providerId="AD" clId="Web-{AB0C3893-C1F5-1696-746D-5BD826C57C2F}" dt="2025-05-05T13:42:00" v="159" actId="20577"/>
          <ac:spMkLst>
            <pc:docMk/>
            <pc:sldMk cId="0" sldId="271"/>
            <ac:spMk id="2" creationId="{00000000-0000-0000-0000-000000000000}"/>
          </ac:spMkLst>
        </pc:spChg>
      </pc:sldChg>
      <pc:sldChg chg="del">
        <pc:chgData name="Smit R. Dave" userId="S::smit.dave@scranton.edu::34234460-ad63-4c46-a423-ecbe368faae8" providerId="AD" clId="Web-{AB0C3893-C1F5-1696-746D-5BD826C57C2F}" dt="2025-05-05T18:25:58.659" v="358"/>
        <pc:sldMkLst>
          <pc:docMk/>
          <pc:sldMk cId="0" sldId="272"/>
        </pc:sldMkLst>
      </pc:sldChg>
      <pc:sldChg chg="modSp">
        <pc:chgData name="Smit R. Dave" userId="S::smit.dave@scranton.edu::34234460-ad63-4c46-a423-ecbe368faae8" providerId="AD" clId="Web-{AB0C3893-C1F5-1696-746D-5BD826C57C2F}" dt="2025-05-05T17:47:43.267" v="202" actId="20577"/>
        <pc:sldMkLst>
          <pc:docMk/>
          <pc:sldMk cId="0" sldId="273"/>
        </pc:sldMkLst>
        <pc:spChg chg="mod">
          <ac:chgData name="Smit R. Dave" userId="S::smit.dave@scranton.edu::34234460-ad63-4c46-a423-ecbe368faae8" providerId="AD" clId="Web-{AB0C3893-C1F5-1696-746D-5BD826C57C2F}" dt="2025-05-05T13:42:24.204" v="172" actId="20577"/>
          <ac:spMkLst>
            <pc:docMk/>
            <pc:sldMk cId="0" sldId="273"/>
            <ac:spMk id="2" creationId="{00000000-0000-0000-0000-000000000000}"/>
          </ac:spMkLst>
        </pc:spChg>
        <pc:graphicFrameChg chg="modGraphic">
          <ac:chgData name="Smit R. Dave" userId="S::smit.dave@scranton.edu::34234460-ad63-4c46-a423-ecbe368faae8" providerId="AD" clId="Web-{AB0C3893-C1F5-1696-746D-5BD826C57C2F}" dt="2025-05-05T17:47:43.267" v="202" actId="20577"/>
          <ac:graphicFrameMkLst>
            <pc:docMk/>
            <pc:sldMk cId="0" sldId="273"/>
            <ac:graphicFrameMk id="5" creationId="{9354C87D-1B77-9D20-F631-ED7251004A63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7:47:23.016" v="195" actId="20577"/>
        <pc:sldMkLst>
          <pc:docMk/>
          <pc:sldMk cId="0" sldId="274"/>
        </pc:sldMkLst>
        <pc:graphicFrameChg chg="modGraphic">
          <ac:chgData name="Smit R. Dave" userId="S::smit.dave@scranton.edu::34234460-ad63-4c46-a423-ecbe368faae8" providerId="AD" clId="Web-{AB0C3893-C1F5-1696-746D-5BD826C57C2F}" dt="2025-05-05T17:47:23.016" v="195" actId="20577"/>
          <ac:graphicFrameMkLst>
            <pc:docMk/>
            <pc:sldMk cId="0" sldId="274"/>
            <ac:graphicFrameMk id="5" creationId="{BD643AAA-5770-8D1B-3D76-3B015470D316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7:47:09.468" v="189" actId="20577"/>
        <pc:sldMkLst>
          <pc:docMk/>
          <pc:sldMk cId="0" sldId="275"/>
        </pc:sldMkLst>
        <pc:graphicFrameChg chg="modGraphic">
          <ac:chgData name="Smit R. Dave" userId="S::smit.dave@scranton.edu::34234460-ad63-4c46-a423-ecbe368faae8" providerId="AD" clId="Web-{AB0C3893-C1F5-1696-746D-5BD826C57C2F}" dt="2025-05-05T17:47:09.468" v="189" actId="20577"/>
          <ac:graphicFrameMkLst>
            <pc:docMk/>
            <pc:sldMk cId="0" sldId="275"/>
            <ac:graphicFrameMk id="5" creationId="{638C4C81-24C2-817A-4B59-2210170D496D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7:46:45.060" v="178" actId="20577"/>
        <pc:sldMkLst>
          <pc:docMk/>
          <pc:sldMk cId="0" sldId="276"/>
        </pc:sldMkLst>
        <pc:graphicFrameChg chg="modGraphic">
          <ac:chgData name="Smit R. Dave" userId="S::smit.dave@scranton.edu::34234460-ad63-4c46-a423-ecbe368faae8" providerId="AD" clId="Web-{AB0C3893-C1F5-1696-746D-5BD826C57C2F}" dt="2025-05-05T17:46:45.060" v="178" actId="20577"/>
          <ac:graphicFrameMkLst>
            <pc:docMk/>
            <pc:sldMk cId="0" sldId="276"/>
            <ac:graphicFrameMk id="5" creationId="{82356758-C9A5-5198-5F73-7837C923D56D}"/>
          </ac:graphicFrameMkLst>
        </pc:graphicFrameChg>
      </pc:sldChg>
      <pc:sldChg chg="modSp">
        <pc:chgData name="Smit R. Dave" userId="S::smit.dave@scranton.edu::34234460-ad63-4c46-a423-ecbe368faae8" providerId="AD" clId="Web-{AB0C3893-C1F5-1696-746D-5BD826C57C2F}" dt="2025-05-05T17:46:58.249" v="183" actId="20577"/>
        <pc:sldMkLst>
          <pc:docMk/>
          <pc:sldMk cId="0" sldId="277"/>
        </pc:sldMkLst>
        <pc:graphicFrameChg chg="modGraphic">
          <ac:chgData name="Smit R. Dave" userId="S::smit.dave@scranton.edu::34234460-ad63-4c46-a423-ecbe368faae8" providerId="AD" clId="Web-{AB0C3893-C1F5-1696-746D-5BD826C57C2F}" dt="2025-05-05T17:46:58.249" v="183" actId="20577"/>
          <ac:graphicFrameMkLst>
            <pc:docMk/>
            <pc:sldMk cId="0" sldId="277"/>
            <ac:graphicFrameMk id="5" creationId="{618EF6A4-F9A0-7BCE-6819-1093F12DA7E7}"/>
          </ac:graphicFrameMkLst>
        </pc:graphicFrameChg>
      </pc:sldChg>
      <pc:sldChg chg="addSp delSp modSp add replId">
        <pc:chgData name="Smit R. Dave" userId="S::smit.dave@scranton.edu::34234460-ad63-4c46-a423-ecbe368faae8" providerId="AD" clId="Web-{AB0C3893-C1F5-1696-746D-5BD826C57C2F}" dt="2025-05-05T18:29:13.405" v="377" actId="14100"/>
        <pc:sldMkLst>
          <pc:docMk/>
          <pc:sldMk cId="785466146" sldId="279"/>
        </pc:sldMkLst>
        <pc:spChg chg="mod">
          <ac:chgData name="Smit R. Dave" userId="S::smit.dave@scranton.edu::34234460-ad63-4c46-a423-ecbe368faae8" providerId="AD" clId="Web-{AB0C3893-C1F5-1696-746D-5BD826C57C2F}" dt="2025-05-05T18:28:50.435" v="376" actId="20577"/>
          <ac:spMkLst>
            <pc:docMk/>
            <pc:sldMk cId="785466146" sldId="279"/>
            <ac:spMk id="2" creationId="{1C97F7AF-BFEE-A6B5-4B62-E842ADA9FBAC}"/>
          </ac:spMkLst>
        </pc:spChg>
        <pc:graphicFrameChg chg="mod modGraphic">
          <ac:chgData name="Smit R. Dave" userId="S::smit.dave@scranton.edu::34234460-ad63-4c46-a423-ecbe368faae8" providerId="AD" clId="Web-{AB0C3893-C1F5-1696-746D-5BD826C57C2F}" dt="2025-05-05T18:29:13.405" v="377" actId="14100"/>
          <ac:graphicFrameMkLst>
            <pc:docMk/>
            <pc:sldMk cId="785466146" sldId="279"/>
            <ac:graphicFrameMk id="5" creationId="{92783830-0452-4339-4097-E3FA54F4DD1F}"/>
          </ac:graphicFrameMkLst>
        </pc:graphicFrameChg>
        <pc:graphicFrameChg chg="add mod modGraphic">
          <ac:chgData name="Smit R. Dave" userId="S::smit.dave@scranton.edu::34234460-ad63-4c46-a423-ecbe368faae8" providerId="AD" clId="Web-{AB0C3893-C1F5-1696-746D-5BD826C57C2F}" dt="2025-05-05T18:23:37.823" v="342"/>
          <ac:graphicFrameMkLst>
            <pc:docMk/>
            <pc:sldMk cId="785466146" sldId="279"/>
            <ac:graphicFrameMk id="630" creationId="{21DFBF88-F88D-198B-C9E9-84382136E06E}"/>
          </ac:graphicFrameMkLst>
        </pc:graphicFrameChg>
        <pc:picChg chg="del">
          <ac:chgData name="Smit R. Dave" userId="S::smit.dave@scranton.edu::34234460-ad63-4c46-a423-ecbe368faae8" providerId="AD" clId="Web-{AB0C3893-C1F5-1696-746D-5BD826C57C2F}" dt="2025-05-05T18:23:40.619" v="343"/>
          <ac:picMkLst>
            <pc:docMk/>
            <pc:sldMk cId="785466146" sldId="279"/>
            <ac:picMk id="45" creationId="{51F8BAC5-EFFB-09BB-DD4A-1729317937A4}"/>
          </ac:picMkLst>
        </pc:picChg>
        <pc:picChg chg="del">
          <ac:chgData name="Smit R. Dave" userId="S::smit.dave@scranton.edu::34234460-ad63-4c46-a423-ecbe368faae8" providerId="AD" clId="Web-{AB0C3893-C1F5-1696-746D-5BD826C57C2F}" dt="2025-05-05T18:23:41.916" v="344"/>
          <ac:picMkLst>
            <pc:docMk/>
            <pc:sldMk cId="785466146" sldId="279"/>
            <ac:picMk id="46" creationId="{9E113571-49E8-A698-984D-EB9F108A94B8}"/>
          </ac:picMkLst>
        </pc:picChg>
        <pc:picChg chg="del">
          <ac:chgData name="Smit R. Dave" userId="S::smit.dave@scranton.edu::34234460-ad63-4c46-a423-ecbe368faae8" providerId="AD" clId="Web-{AB0C3893-C1F5-1696-746D-5BD826C57C2F}" dt="2025-05-05T18:23:43.260" v="345"/>
          <ac:picMkLst>
            <pc:docMk/>
            <pc:sldMk cId="785466146" sldId="279"/>
            <ac:picMk id="606" creationId="{78745855-EE86-F24B-F987-9A7935058C53}"/>
          </ac:picMkLst>
        </pc:picChg>
        <pc:picChg chg="add mod">
          <ac:chgData name="Smit R. Dave" userId="S::smit.dave@scranton.edu::34234460-ad63-4c46-a423-ecbe368faae8" providerId="AD" clId="Web-{AB0C3893-C1F5-1696-746D-5BD826C57C2F}" dt="2025-05-05T18:24:28.231" v="352" actId="14100"/>
          <ac:picMkLst>
            <pc:docMk/>
            <pc:sldMk cId="785466146" sldId="279"/>
            <ac:picMk id="631" creationId="{6B1D3C02-27F0-0318-C675-674F41D313FE}"/>
          </ac:picMkLst>
        </pc:picChg>
        <pc:picChg chg="add mod">
          <ac:chgData name="Smit R. Dave" userId="S::smit.dave@scranton.edu::34234460-ad63-4c46-a423-ecbe368faae8" providerId="AD" clId="Web-{AB0C3893-C1F5-1696-746D-5BD826C57C2F}" dt="2025-05-05T18:24:37.435" v="354" actId="14100"/>
          <ac:picMkLst>
            <pc:docMk/>
            <pc:sldMk cId="785466146" sldId="279"/>
            <ac:picMk id="632" creationId="{3837A44C-878E-58ED-04F7-347ABF2C4695}"/>
          </ac:picMkLst>
        </pc:picChg>
      </pc:sldChg>
    </pc:docChg>
  </pc:docChgLst>
  <pc:docChgLst>
    <pc:chgData name="Smit R. Dave" userId="S::smit.dave@scranton.edu::34234460-ad63-4c46-a423-ecbe368faae8" providerId="AD" clId="Web-{39012971-FBBC-5BE7-4395-8F54717B04EA}"/>
    <pc:docChg chg="addSld modSld">
      <pc:chgData name="Smit R. Dave" userId="S::smit.dave@scranton.edu::34234460-ad63-4c46-a423-ecbe368faae8" providerId="AD" clId="Web-{39012971-FBBC-5BE7-4395-8F54717B04EA}" dt="2025-05-05T21:12:55.920" v="105" actId="14100"/>
      <pc:docMkLst>
        <pc:docMk/>
      </pc:docMkLst>
      <pc:sldChg chg="addSp modSp">
        <pc:chgData name="Smit R. Dave" userId="S::smit.dave@scranton.edu::34234460-ad63-4c46-a423-ecbe368faae8" providerId="AD" clId="Web-{39012971-FBBC-5BE7-4395-8F54717B04EA}" dt="2025-05-05T21:12:55.920" v="105" actId="14100"/>
        <pc:sldMkLst>
          <pc:docMk/>
          <pc:sldMk cId="785466146" sldId="279"/>
        </pc:sldMkLst>
        <pc:graphicFrameChg chg="mod modGraphic">
          <ac:chgData name="Smit R. Dave" userId="S::smit.dave@scranton.edu::34234460-ad63-4c46-a423-ecbe368faae8" providerId="AD" clId="Web-{39012971-FBBC-5BE7-4395-8F54717B04EA}" dt="2025-05-05T21:12:55.920" v="105" actId="14100"/>
          <ac:graphicFrameMkLst>
            <pc:docMk/>
            <pc:sldMk cId="785466146" sldId="279"/>
            <ac:graphicFrameMk id="5" creationId="{92783830-0452-4339-4097-E3FA54F4DD1F}"/>
          </ac:graphicFrameMkLst>
        </pc:graphicFrameChg>
        <pc:picChg chg="add mod">
          <ac:chgData name="Smit R. Dave" userId="S::smit.dave@scranton.edu::34234460-ad63-4c46-a423-ecbe368faae8" providerId="AD" clId="Web-{39012971-FBBC-5BE7-4395-8F54717B04EA}" dt="2025-05-05T21:09:56.384" v="77" actId="1076"/>
          <ac:picMkLst>
            <pc:docMk/>
            <pc:sldMk cId="785466146" sldId="279"/>
            <ac:picMk id="7" creationId="{F9C367D6-7427-D82D-4E3E-49929F7A3FEF}"/>
          </ac:picMkLst>
        </pc:picChg>
        <pc:picChg chg="add mod">
          <ac:chgData name="Smit R. Dave" userId="S::smit.dave@scranton.edu::34234460-ad63-4c46-a423-ecbe368faae8" providerId="AD" clId="Web-{39012971-FBBC-5BE7-4395-8F54717B04EA}" dt="2025-05-05T21:10:02.853" v="79" actId="14100"/>
          <ac:picMkLst>
            <pc:docMk/>
            <pc:sldMk cId="785466146" sldId="279"/>
            <ac:picMk id="8" creationId="{EA5D9EDB-F0E7-9ADB-3F0C-9E60792A6ECB}"/>
          </ac:picMkLst>
        </pc:picChg>
        <pc:picChg chg="add mod">
          <ac:chgData name="Smit R. Dave" userId="S::smit.dave@scranton.edu::34234460-ad63-4c46-a423-ecbe368faae8" providerId="AD" clId="Web-{39012971-FBBC-5BE7-4395-8F54717B04EA}" dt="2025-05-05T21:10:09.759" v="81" actId="14100"/>
          <ac:picMkLst>
            <pc:docMk/>
            <pc:sldMk cId="785466146" sldId="279"/>
            <ac:picMk id="9" creationId="{18B61883-0A6A-1D89-DB34-C3C41E1002DD}"/>
          </ac:picMkLst>
        </pc:picChg>
      </pc:sldChg>
      <pc:sldChg chg="addSp delSp modSp">
        <pc:chgData name="Smit R. Dave" userId="S::smit.dave@scranton.edu::34234460-ad63-4c46-a423-ecbe368faae8" providerId="AD" clId="Web-{39012971-FBBC-5BE7-4395-8F54717B04EA}" dt="2025-05-05T21:03:05.780" v="24"/>
        <pc:sldMkLst>
          <pc:docMk/>
          <pc:sldMk cId="1653433621" sldId="281"/>
        </pc:sldMkLst>
        <pc:graphicFrameChg chg="modGraphic">
          <ac:chgData name="Smit R. Dave" userId="S::smit.dave@scranton.edu::34234460-ad63-4c46-a423-ecbe368faae8" providerId="AD" clId="Web-{39012971-FBBC-5BE7-4395-8F54717B04EA}" dt="2025-05-05T21:03:05.780" v="24"/>
          <ac:graphicFrameMkLst>
            <pc:docMk/>
            <pc:sldMk cId="1653433621" sldId="281"/>
            <ac:graphicFrameMk id="5" creationId="{25D786FC-0A2F-1B99-6170-7A489A4C38E4}"/>
          </ac:graphicFrameMkLst>
        </pc:graphicFrameChg>
        <pc:graphicFrameChg chg="del">
          <ac:chgData name="Smit R. Dave" userId="S::smit.dave@scranton.edu::34234460-ad63-4c46-a423-ecbe368faae8" providerId="AD" clId="Web-{39012971-FBBC-5BE7-4395-8F54717B04EA}" dt="2025-05-05T20:59:40.697" v="2"/>
          <ac:graphicFrameMkLst>
            <pc:docMk/>
            <pc:sldMk cId="1653433621" sldId="281"/>
            <ac:graphicFrameMk id="407" creationId="{494E781F-E9BD-2FD8-C13C-38CE0C2849DE}"/>
          </ac:graphicFrameMkLst>
        </pc:graphicFrameChg>
        <pc:picChg chg="add mod">
          <ac:chgData name="Smit R. Dave" userId="S::smit.dave@scranton.edu::34234460-ad63-4c46-a423-ecbe368faae8" providerId="AD" clId="Web-{39012971-FBBC-5BE7-4395-8F54717B04EA}" dt="2025-05-05T21:01:33.309" v="17" actId="1076"/>
          <ac:picMkLst>
            <pc:docMk/>
            <pc:sldMk cId="1653433621" sldId="281"/>
            <ac:picMk id="23" creationId="{B6E30A4E-54AD-DB80-64C9-10AB2562E7BF}"/>
          </ac:picMkLst>
        </pc:picChg>
        <pc:picChg chg="add mod">
          <ac:chgData name="Smit R. Dave" userId="S::smit.dave@scranton.edu::34234460-ad63-4c46-a423-ecbe368faae8" providerId="AD" clId="Web-{39012971-FBBC-5BE7-4395-8F54717B04EA}" dt="2025-05-05T21:01:43.231" v="19" actId="14100"/>
          <ac:picMkLst>
            <pc:docMk/>
            <pc:sldMk cId="1653433621" sldId="281"/>
            <ac:picMk id="24" creationId="{781E0F51-8359-E84B-63FA-BBC12685334F}"/>
          </ac:picMkLst>
        </pc:picChg>
        <pc:picChg chg="del">
          <ac:chgData name="Smit R. Dave" userId="S::smit.dave@scranton.edu::34234460-ad63-4c46-a423-ecbe368faae8" providerId="AD" clId="Web-{39012971-FBBC-5BE7-4395-8F54717B04EA}" dt="2025-05-05T20:59:45.041" v="3"/>
          <ac:picMkLst>
            <pc:docMk/>
            <pc:sldMk cId="1653433621" sldId="281"/>
            <ac:picMk id="30" creationId="{991A36AE-D7F9-86EA-F22A-20D8492EDF22}"/>
          </ac:picMkLst>
        </pc:picChg>
        <pc:picChg chg="del">
          <ac:chgData name="Smit R. Dave" userId="S::smit.dave@scranton.edu::34234460-ad63-4c46-a423-ecbe368faae8" providerId="AD" clId="Web-{39012971-FBBC-5BE7-4395-8F54717B04EA}" dt="2025-05-05T20:59:46.291" v="4"/>
          <ac:picMkLst>
            <pc:docMk/>
            <pc:sldMk cId="1653433621" sldId="281"/>
            <ac:picMk id="31" creationId="{325E0659-8383-D91E-7B1F-6E9986A1B656}"/>
          </ac:picMkLst>
        </pc:picChg>
      </pc:sldChg>
      <pc:sldChg chg="addSp delSp modSp add replId">
        <pc:chgData name="Smit R. Dave" userId="S::smit.dave@scranton.edu::34234460-ad63-4c46-a423-ecbe368faae8" providerId="AD" clId="Web-{39012971-FBBC-5BE7-4395-8F54717B04EA}" dt="2025-05-05T21:07:52.428" v="67"/>
        <pc:sldMkLst>
          <pc:docMk/>
          <pc:sldMk cId="2103311175" sldId="282"/>
        </pc:sldMkLst>
        <pc:spChg chg="mod">
          <ac:chgData name="Smit R. Dave" userId="S::smit.dave@scranton.edu::34234460-ad63-4c46-a423-ecbe368faae8" providerId="AD" clId="Web-{39012971-FBBC-5BE7-4395-8F54717B04EA}" dt="2025-05-05T21:07:52.350" v="65"/>
          <ac:spMkLst>
            <pc:docMk/>
            <pc:sldMk cId="2103311175" sldId="282"/>
            <ac:spMk id="2" creationId="{E6274018-04B2-F50A-F156-E02497D3F74F}"/>
          </ac:spMkLst>
        </pc:spChg>
        <pc:spChg chg="add del">
          <ac:chgData name="Smit R. Dave" userId="S::smit.dave@scranton.edu::34234460-ad63-4c46-a423-ecbe368faae8" providerId="AD" clId="Web-{39012971-FBBC-5BE7-4395-8F54717B04EA}" dt="2025-05-05T21:07:52.428" v="67"/>
          <ac:spMkLst>
            <pc:docMk/>
            <pc:sldMk cId="2103311175" sldId="282"/>
            <ac:spMk id="42" creationId="{2A891C12-9129-2920-0D3E-BB02B50ED141}"/>
          </ac:spMkLst>
        </pc:spChg>
        <pc:spChg chg="add del">
          <ac:chgData name="Smit R. Dave" userId="S::smit.dave@scranton.edu::34234460-ad63-4c46-a423-ecbe368faae8" providerId="AD" clId="Web-{39012971-FBBC-5BE7-4395-8F54717B04EA}" dt="2025-05-05T21:07:52.350" v="65"/>
          <ac:spMkLst>
            <pc:docMk/>
            <pc:sldMk cId="2103311175" sldId="282"/>
            <ac:spMk id="53" creationId="{AB43E7DC-5101-4E7C-ADB5-596311F53DEA}"/>
          </ac:spMkLst>
        </pc:spChg>
        <pc:spChg chg="add del">
          <ac:chgData name="Smit R. Dave" userId="S::smit.dave@scranton.edu::34234460-ad63-4c46-a423-ecbe368faae8" providerId="AD" clId="Web-{39012971-FBBC-5BE7-4395-8F54717B04EA}" dt="2025-05-05T21:07:52.350" v="65"/>
          <ac:spMkLst>
            <pc:docMk/>
            <pc:sldMk cId="2103311175" sldId="282"/>
            <ac:spMk id="55" creationId="{1B8BCA7A-6464-4C53-A572-89B2B3C2D8D4}"/>
          </ac:spMkLst>
        </pc:spChg>
        <pc:spChg chg="add">
          <ac:chgData name="Smit R. Dave" userId="S::smit.dave@scranton.edu::34234460-ad63-4c46-a423-ecbe368faae8" providerId="AD" clId="Web-{39012971-FBBC-5BE7-4395-8F54717B04EA}" dt="2025-05-05T21:07:52.428" v="67"/>
          <ac:spMkLst>
            <pc:docMk/>
            <pc:sldMk cId="2103311175" sldId="282"/>
            <ac:spMk id="57" creationId="{2A891C12-9129-2920-0D3E-BB02B50ED141}"/>
          </ac:spMkLst>
        </pc:spChg>
        <pc:spChg chg="mod replId">
          <ac:chgData name="Smit R. Dave" userId="S::smit.dave@scranton.edu::34234460-ad63-4c46-a423-ecbe368faae8" providerId="AD" clId="Web-{39012971-FBBC-5BE7-4395-8F54717B04EA}" dt="2025-05-05T21:07:52.350" v="66"/>
          <ac:spMkLst>
            <pc:docMk/>
            <pc:sldMk cId="2103311175" sldId="282"/>
            <ac:spMk id="59" creationId="{5874D63E-702B-0766-F737-08FFB715A0D0}"/>
          </ac:spMkLst>
        </pc:spChg>
        <pc:spChg chg="mod replId">
          <ac:chgData name="Smit R. Dave" userId="S::smit.dave@scranton.edu::34234460-ad63-4c46-a423-ecbe368faae8" providerId="AD" clId="Web-{39012971-FBBC-5BE7-4395-8F54717B04EA}" dt="2025-05-05T21:07:52.350" v="66"/>
          <ac:spMkLst>
            <pc:docMk/>
            <pc:sldMk cId="2103311175" sldId="282"/>
            <ac:spMk id="60" creationId="{06E01D9B-B97E-0643-C878-84B8AD9AEE18}"/>
          </ac:spMkLst>
        </pc:spChg>
        <pc:spChg chg="mod replId">
          <ac:chgData name="Smit R. Dave" userId="S::smit.dave@scranton.edu::34234460-ad63-4c46-a423-ecbe368faae8" providerId="AD" clId="Web-{39012971-FBBC-5BE7-4395-8F54717B04EA}" dt="2025-05-05T21:07:52.350" v="66"/>
          <ac:spMkLst>
            <pc:docMk/>
            <pc:sldMk cId="2103311175" sldId="282"/>
            <ac:spMk id="61" creationId="{47051D69-915F-D037-3941-FC5ACC3A5DBB}"/>
          </ac:spMkLst>
        </pc:spChg>
        <pc:spChg chg="mod replId">
          <ac:chgData name="Smit R. Dave" userId="S::smit.dave@scranton.edu::34234460-ad63-4c46-a423-ecbe368faae8" providerId="AD" clId="Web-{39012971-FBBC-5BE7-4395-8F54717B04EA}" dt="2025-05-05T21:07:52.350" v="66"/>
          <ac:spMkLst>
            <pc:docMk/>
            <pc:sldMk cId="2103311175" sldId="282"/>
            <ac:spMk id="62" creationId="{06972C09-75DD-0169-D280-C3903BB0AACE}"/>
          </ac:spMkLst>
        </pc:spChg>
        <pc:grpChg chg="add del">
          <ac:chgData name="Smit R. Dave" userId="S::smit.dave@scranton.edu::34234460-ad63-4c46-a423-ecbe368faae8" providerId="AD" clId="Web-{39012971-FBBC-5BE7-4395-8F54717B04EA}" dt="2025-05-05T21:07:52.428" v="67"/>
          <ac:grpSpMkLst>
            <pc:docMk/>
            <pc:sldMk cId="2103311175" sldId="282"/>
            <ac:grpSpMk id="44" creationId="{F025F4EA-45AA-AAC9-2D02-E5DCE27CEB79}"/>
          </ac:grpSpMkLst>
        </pc:grpChg>
        <pc:grpChg chg="add">
          <ac:chgData name="Smit R. Dave" userId="S::smit.dave@scranton.edu::34234460-ad63-4c46-a423-ecbe368faae8" providerId="AD" clId="Web-{39012971-FBBC-5BE7-4395-8F54717B04EA}" dt="2025-05-05T21:07:52.428" v="67"/>
          <ac:grpSpMkLst>
            <pc:docMk/>
            <pc:sldMk cId="2103311175" sldId="282"/>
            <ac:grpSpMk id="58" creationId="{F025F4EA-45AA-AAC9-2D02-E5DCE27CEB79}"/>
          </ac:grpSpMkLst>
        </pc:grpChg>
        <pc:graphicFrameChg chg="mod ord modGraphic">
          <ac:chgData name="Smit R. Dave" userId="S::smit.dave@scranton.edu::34234460-ad63-4c46-a423-ecbe368faae8" providerId="AD" clId="Web-{39012971-FBBC-5BE7-4395-8F54717B04EA}" dt="2025-05-05T21:07:52.428" v="67"/>
          <ac:graphicFrameMkLst>
            <pc:docMk/>
            <pc:sldMk cId="2103311175" sldId="282"/>
            <ac:graphicFrameMk id="5" creationId="{1B0D1C59-2965-7012-BDD8-980155CF768F}"/>
          </ac:graphicFrameMkLst>
        </pc:graphicFrameChg>
        <pc:picChg chg="add mod ord">
          <ac:chgData name="Smit R. Dave" userId="S::smit.dave@scranton.edu::34234460-ad63-4c46-a423-ecbe368faae8" providerId="AD" clId="Web-{39012971-FBBC-5BE7-4395-8F54717B04EA}" dt="2025-05-05T21:07:52.350" v="65"/>
          <ac:picMkLst>
            <pc:docMk/>
            <pc:sldMk cId="2103311175" sldId="282"/>
            <ac:picMk id="7" creationId="{2E60651B-DD8A-992B-BBB3-AF6978D500F0}"/>
          </ac:picMkLst>
        </pc:picChg>
        <pc:picChg chg="add mod">
          <ac:chgData name="Smit R. Dave" userId="S::smit.dave@scranton.edu::34234460-ad63-4c46-a423-ecbe368faae8" providerId="AD" clId="Web-{39012971-FBBC-5BE7-4395-8F54717B04EA}" dt="2025-05-05T21:07:52.350" v="65"/>
          <ac:picMkLst>
            <pc:docMk/>
            <pc:sldMk cId="2103311175" sldId="282"/>
            <ac:picMk id="8" creationId="{0C313BDF-A5EC-24B8-3DF3-94F1E14075C5}"/>
          </ac:picMkLst>
        </pc:picChg>
      </pc:sldChg>
    </pc:docChg>
  </pc:docChgLst>
  <pc:docChgLst>
    <pc:chgData name="Vishal Dashrathbhai Prajapati" userId="S::vishaldashrathbhai.prajapati@scranton.edu::46c6758d-b218-43d7-a3c3-339a601b66ca" providerId="AD" clId="Web-{2CFC59FA-56D3-0363-D438-840953A18C07}"/>
    <pc:docChg chg="addSld delSld modSld">
      <pc:chgData name="Vishal Dashrathbhai Prajapati" userId="S::vishaldashrathbhai.prajapati@scranton.edu::46c6758d-b218-43d7-a3c3-339a601b66ca" providerId="AD" clId="Web-{2CFC59FA-56D3-0363-D438-840953A18C07}" dt="2025-05-05T21:57:46.753" v="37" actId="20577"/>
      <pc:docMkLst>
        <pc:docMk/>
      </pc:docMkLst>
      <pc:sldChg chg="addSp delSp modSp">
        <pc:chgData name="Vishal Dashrathbhai Prajapati" userId="S::vishaldashrathbhai.prajapati@scranton.edu::46c6758d-b218-43d7-a3c3-339a601b66ca" providerId="AD" clId="Web-{2CFC59FA-56D3-0363-D438-840953A18C07}" dt="2025-05-05T21:57:46.753" v="37" actId="20577"/>
        <pc:sldMkLst>
          <pc:docMk/>
          <pc:sldMk cId="0" sldId="273"/>
        </pc:sldMkLst>
        <pc:spChg chg="mod">
          <ac:chgData name="Vishal Dashrathbhai Prajapati" userId="S::vishaldashrathbhai.prajapati@scranton.edu::46c6758d-b218-43d7-a3c3-339a601b66ca" providerId="AD" clId="Web-{2CFC59FA-56D3-0363-D438-840953A18C07}" dt="2025-05-05T21:57:46.753" v="37" actId="20577"/>
          <ac:spMkLst>
            <pc:docMk/>
            <pc:sldMk cId="0" sldId="273"/>
            <ac:spMk id="2" creationId="{00000000-0000-0000-0000-000000000000}"/>
          </ac:spMkLst>
        </pc:spChg>
        <pc:spChg chg="add del mod">
          <ac:chgData name="Vishal Dashrathbhai Prajapati" userId="S::vishaldashrathbhai.prajapati@scranton.edu::46c6758d-b218-43d7-a3c3-339a601b66ca" providerId="AD" clId="Web-{2CFC59FA-56D3-0363-D438-840953A18C07}" dt="2025-05-05T21:55:18.359" v="24"/>
          <ac:spMkLst>
            <pc:docMk/>
            <pc:sldMk cId="0" sldId="273"/>
            <ac:spMk id="10" creationId="{01DB533F-DA20-CFCB-81B1-2B28F5823416}"/>
          </ac:spMkLst>
        </pc:spChg>
        <pc:spChg chg="add del mod">
          <ac:chgData name="Vishal Dashrathbhai Prajapati" userId="S::vishaldashrathbhai.prajapati@scranton.edu::46c6758d-b218-43d7-a3c3-339a601b66ca" providerId="AD" clId="Web-{2CFC59FA-56D3-0363-D438-840953A18C07}" dt="2025-05-05T21:55:45.953" v="26"/>
          <ac:spMkLst>
            <pc:docMk/>
            <pc:sldMk cId="0" sldId="273"/>
            <ac:spMk id="40" creationId="{1B5A37E2-A1D6-A7D5-96A1-7A3CFAE0710C}"/>
          </ac:spMkLst>
        </pc:spChg>
        <pc:graphicFrameChg chg="add del">
          <ac:chgData name="Vishal Dashrathbhai Prajapati" userId="S::vishaldashrathbhai.prajapati@scranton.edu::46c6758d-b218-43d7-a3c3-339a601b66ca" providerId="AD" clId="Web-{2CFC59FA-56D3-0363-D438-840953A18C07}" dt="2025-05-05T21:55:22.593" v="25"/>
          <ac:graphicFrameMkLst>
            <pc:docMk/>
            <pc:sldMk cId="0" sldId="273"/>
            <ac:graphicFrameMk id="5" creationId="{9354C87D-1B77-9D20-F631-ED7251004A63}"/>
          </ac:graphicFrameMkLst>
        </pc:graphicFrameChg>
        <pc:picChg chg="add mod ord">
          <ac:chgData name="Vishal Dashrathbhai Prajapati" userId="S::vishaldashrathbhai.prajapati@scranton.edu::46c6758d-b218-43d7-a3c3-339a601b66ca" providerId="AD" clId="Web-{2CFC59FA-56D3-0363-D438-840953A18C07}" dt="2025-05-05T21:56:17.704" v="27" actId="1076"/>
          <ac:picMkLst>
            <pc:docMk/>
            <pc:sldMk cId="0" sldId="273"/>
            <ac:picMk id="41" creationId="{612CC3B8-7281-3A1A-F272-46E74BE15E29}"/>
          </ac:picMkLst>
        </pc:picChg>
        <pc:picChg chg="add mod">
          <ac:chgData name="Vishal Dashrathbhai Prajapati" userId="S::vishaldashrathbhai.prajapati@scranton.edu::46c6758d-b218-43d7-a3c3-339a601b66ca" providerId="AD" clId="Web-{2CFC59FA-56D3-0363-D438-840953A18C07}" dt="2025-05-05T21:56:57.002" v="32" actId="1076"/>
          <ac:picMkLst>
            <pc:docMk/>
            <pc:sldMk cId="0" sldId="273"/>
            <ac:picMk id="42" creationId="{844307E9-DC6F-8133-91CA-1B488A2FB9C3}"/>
          </ac:picMkLst>
        </pc:picChg>
      </pc:sldChg>
      <pc:sldChg chg="add del">
        <pc:chgData name="Vishal Dashrathbhai Prajapati" userId="S::vishaldashrathbhai.prajapati@scranton.edu::46c6758d-b218-43d7-a3c3-339a601b66ca" providerId="AD" clId="Web-{2CFC59FA-56D3-0363-D438-840953A18C07}" dt="2025-05-05T21:49:22.553" v="22"/>
        <pc:sldMkLst>
          <pc:docMk/>
          <pc:sldMk cId="0" sldId="274"/>
        </pc:sldMkLst>
      </pc:sldChg>
      <pc:sldChg chg="modSp">
        <pc:chgData name="Vishal Dashrathbhai Prajapati" userId="S::vishaldashrathbhai.prajapati@scranton.edu::46c6758d-b218-43d7-a3c3-339a601b66ca" providerId="AD" clId="Web-{2CFC59FA-56D3-0363-D438-840953A18C07}" dt="2025-05-05T21:49:11.115" v="20" actId="20577"/>
        <pc:sldMkLst>
          <pc:docMk/>
          <pc:sldMk cId="0" sldId="278"/>
        </pc:sldMkLst>
        <pc:spChg chg="mod">
          <ac:chgData name="Vishal Dashrathbhai Prajapati" userId="S::vishaldashrathbhai.prajapati@scranton.edu::46c6758d-b218-43d7-a3c3-339a601b66ca" providerId="AD" clId="Web-{2CFC59FA-56D3-0363-D438-840953A18C07}" dt="2025-05-05T21:49:07.303" v="16" actId="20577"/>
          <ac:spMkLst>
            <pc:docMk/>
            <pc:sldMk cId="0" sldId="278"/>
            <ac:spMk id="2" creationId="{00000000-0000-0000-0000-000000000000}"/>
          </ac:spMkLst>
        </pc:spChg>
        <pc:graphicFrameChg chg="mod modGraphic">
          <ac:chgData name="Vishal Dashrathbhai Prajapati" userId="S::vishaldashrathbhai.prajapati@scranton.edu::46c6758d-b218-43d7-a3c3-339a601b66ca" providerId="AD" clId="Web-{2CFC59FA-56D3-0363-D438-840953A18C07}" dt="2025-05-05T21:49:11.115" v="20" actId="20577"/>
          <ac:graphicFrameMkLst>
            <pc:docMk/>
            <pc:sldMk cId="0" sldId="278"/>
            <ac:graphicFrameMk id="5" creationId="{96228CFA-742A-CBE7-76F4-2AADEFFFFEB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85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ata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85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rawing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F551C-8793-4769-82CE-30A2A446F3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79331A-4F71-47A9-AD50-1905538BE7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Predicting Student Performance Using Data Mining Techniques</a:t>
          </a:r>
        </a:p>
      </dgm:t>
    </dgm:pt>
    <dgm:pt modelId="{2FA999D6-7A6A-47BC-A97F-78210007DEA0}" type="parTrans" cxnId="{0C97C3C3-CABB-4621-A939-444168B073E1}">
      <dgm:prSet/>
      <dgm:spPr/>
      <dgm:t>
        <a:bodyPr/>
        <a:lstStyle/>
        <a:p>
          <a:endParaRPr lang="en-US"/>
        </a:p>
      </dgm:t>
    </dgm:pt>
    <dgm:pt modelId="{5E28F1B4-5FD4-4D62-9F84-ABF0BFB67A5B}" type="sibTrans" cxnId="{0C97C3C3-CABB-4621-A939-444168B073E1}">
      <dgm:prSet/>
      <dgm:spPr/>
      <dgm:t>
        <a:bodyPr/>
        <a:lstStyle/>
        <a:p>
          <a:endParaRPr lang="en-US"/>
        </a:p>
      </dgm:t>
    </dgm:pt>
    <dgm:pt modelId="{78B07E7A-65F4-470E-A8DE-7334C4DB4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Group Members: Smit, Krishn, Vishal, Eshwar</a:t>
          </a:r>
        </a:p>
      </dgm:t>
    </dgm:pt>
    <dgm:pt modelId="{F4C7885E-F441-40DA-A09F-51CB5418CC90}" type="parTrans" cxnId="{FD8588E6-8575-4DCA-BE42-2D7734350041}">
      <dgm:prSet/>
      <dgm:spPr/>
      <dgm:t>
        <a:bodyPr/>
        <a:lstStyle/>
        <a:p>
          <a:endParaRPr lang="en-US"/>
        </a:p>
      </dgm:t>
    </dgm:pt>
    <dgm:pt modelId="{C5BA91CE-8972-4FD6-A8E0-AE4465FE0C19}" type="sibTrans" cxnId="{FD8588E6-8575-4DCA-BE42-2D7734350041}">
      <dgm:prSet/>
      <dgm:spPr/>
      <dgm:t>
        <a:bodyPr/>
        <a:lstStyle/>
        <a:p>
          <a:endParaRPr lang="en-US"/>
        </a:p>
      </dgm:t>
    </dgm:pt>
    <dgm:pt modelId="{FD429610-9AC5-4156-A467-DEF8F338ECCB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solidFill>
                <a:srgbClr val="000000"/>
              </a:solidFill>
              <a:latin typeface="Tahoma"/>
              <a:ea typeface="Tahoma"/>
              <a:cs typeface="Tahoma"/>
            </a:rPr>
            <a:t>Dr. </a:t>
          </a:r>
          <a:r>
            <a:rPr lang="en-US" err="1">
              <a:solidFill>
                <a:srgbClr val="000000"/>
              </a:solidFill>
              <a:latin typeface="Tahoma"/>
              <a:ea typeface="Tahoma"/>
              <a:cs typeface="Tahoma"/>
            </a:rPr>
            <a:t>Yibai</a:t>
          </a:r>
          <a:r>
            <a:rPr lang="en-US">
              <a:solidFill>
                <a:srgbClr val="000000"/>
              </a:solidFill>
              <a:latin typeface="Tahoma"/>
              <a:ea typeface="Tahoma"/>
              <a:cs typeface="Tahoma"/>
            </a:rPr>
            <a:t> Li</a:t>
          </a:r>
          <a:endParaRPr lang="en-US">
            <a:solidFill>
              <a:srgbClr val="000000"/>
            </a:solidFill>
          </a:endParaRPr>
        </a:p>
      </dgm:t>
    </dgm:pt>
    <dgm:pt modelId="{5B0E24AF-6140-401D-9CF7-C74B977430F3}" type="parTrans" cxnId="{E7A095FC-551B-413C-928D-178099603C84}">
      <dgm:prSet/>
      <dgm:spPr/>
      <dgm:t>
        <a:bodyPr/>
        <a:lstStyle/>
        <a:p>
          <a:endParaRPr lang="en-US"/>
        </a:p>
      </dgm:t>
    </dgm:pt>
    <dgm:pt modelId="{3A51A8EB-906B-4DB4-851A-9AEF40BACE22}" type="sibTrans" cxnId="{E7A095FC-551B-413C-928D-178099603C84}">
      <dgm:prSet/>
      <dgm:spPr/>
      <dgm:t>
        <a:bodyPr/>
        <a:lstStyle/>
        <a:p>
          <a:endParaRPr lang="en-US"/>
        </a:p>
      </dgm:t>
    </dgm:pt>
    <dgm:pt modelId="{4D5C1940-5164-4580-9682-6C4014DDA02E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"/>
            </a:rPr>
            <a:t>Data Mining (BUAN 572)</a:t>
          </a:r>
          <a:endParaRPr lang="en-US"/>
        </a:p>
      </dgm:t>
    </dgm:pt>
    <dgm:pt modelId="{0A23706E-87A1-49F2-93EC-E6C244F886FD}" type="parTrans" cxnId="{311F8E29-3DB5-4DD9-8A2D-4F28CBFF96A4}">
      <dgm:prSet/>
      <dgm:spPr/>
      <dgm:t>
        <a:bodyPr/>
        <a:lstStyle/>
        <a:p>
          <a:endParaRPr lang="en-US"/>
        </a:p>
      </dgm:t>
    </dgm:pt>
    <dgm:pt modelId="{D14BBBDD-5803-45FD-9852-66C598C2C523}" type="sibTrans" cxnId="{311F8E29-3DB5-4DD9-8A2D-4F28CBFF96A4}">
      <dgm:prSet/>
      <dgm:spPr/>
      <dgm:t>
        <a:bodyPr/>
        <a:lstStyle/>
        <a:p>
          <a:endParaRPr lang="en-US"/>
        </a:p>
      </dgm:t>
    </dgm:pt>
    <dgm:pt modelId="{850BDC30-8DB4-47EB-A3DD-62AC51F8AA7A}" type="pres">
      <dgm:prSet presAssocID="{3B3F551C-8793-4769-82CE-30A2A446F338}" presName="root" presStyleCnt="0">
        <dgm:presLayoutVars>
          <dgm:dir/>
          <dgm:resizeHandles val="exact"/>
        </dgm:presLayoutVars>
      </dgm:prSet>
      <dgm:spPr/>
    </dgm:pt>
    <dgm:pt modelId="{A6E81085-E2BB-4CE9-84A8-FEEE044D87DC}" type="pres">
      <dgm:prSet presAssocID="{4D79331A-4F71-47A9-AD50-1905538BE741}" presName="compNode" presStyleCnt="0"/>
      <dgm:spPr/>
    </dgm:pt>
    <dgm:pt modelId="{21EB4FE8-BBF6-4649-89AD-B8E35AB0FF79}" type="pres">
      <dgm:prSet presAssocID="{4D79331A-4F71-47A9-AD50-1905538BE741}" presName="bgRect" presStyleLbl="bgShp" presStyleIdx="0" presStyleCnt="4"/>
      <dgm:spPr/>
    </dgm:pt>
    <dgm:pt modelId="{8F7F7A46-EC42-4430-B8C6-FCC78B96F7D3}" type="pres">
      <dgm:prSet presAssocID="{4D79331A-4F71-47A9-AD50-1905538BE7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FB1842D-4AA1-4034-93FC-8FD1292BEA21}" type="pres">
      <dgm:prSet presAssocID="{4D79331A-4F71-47A9-AD50-1905538BE741}" presName="spaceRect" presStyleCnt="0"/>
      <dgm:spPr/>
    </dgm:pt>
    <dgm:pt modelId="{09963110-7373-4B96-9A34-95E22D292B78}" type="pres">
      <dgm:prSet presAssocID="{4D79331A-4F71-47A9-AD50-1905538BE741}" presName="parTx" presStyleLbl="revTx" presStyleIdx="0" presStyleCnt="4">
        <dgm:presLayoutVars>
          <dgm:chMax val="0"/>
          <dgm:chPref val="0"/>
        </dgm:presLayoutVars>
      </dgm:prSet>
      <dgm:spPr/>
    </dgm:pt>
    <dgm:pt modelId="{C1B5A680-2109-480C-8B3B-5ED694FB282B}" type="pres">
      <dgm:prSet presAssocID="{5E28F1B4-5FD4-4D62-9F84-ABF0BFB67A5B}" presName="sibTrans" presStyleCnt="0"/>
      <dgm:spPr/>
    </dgm:pt>
    <dgm:pt modelId="{85DDFB07-1C2A-486C-95F7-CCABD62FAB46}" type="pres">
      <dgm:prSet presAssocID="{78B07E7A-65F4-470E-A8DE-7334C4DB4A44}" presName="compNode" presStyleCnt="0"/>
      <dgm:spPr/>
    </dgm:pt>
    <dgm:pt modelId="{2585774D-C87F-4BFA-A7E9-18A227FEF146}" type="pres">
      <dgm:prSet presAssocID="{78B07E7A-65F4-470E-A8DE-7334C4DB4A44}" presName="bgRect" presStyleLbl="bgShp" presStyleIdx="1" presStyleCnt="4"/>
      <dgm:spPr/>
    </dgm:pt>
    <dgm:pt modelId="{BCF480EB-528E-4F76-BA04-A8B96977C0F9}" type="pres">
      <dgm:prSet presAssocID="{78B07E7A-65F4-470E-A8DE-7334C4DB4A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AA83C636-5386-4B90-8957-3193B3F40BF1}" type="pres">
      <dgm:prSet presAssocID="{78B07E7A-65F4-470E-A8DE-7334C4DB4A44}" presName="spaceRect" presStyleCnt="0"/>
      <dgm:spPr/>
    </dgm:pt>
    <dgm:pt modelId="{5073896F-21EE-4B46-8772-BFD600BF78C4}" type="pres">
      <dgm:prSet presAssocID="{78B07E7A-65F4-470E-A8DE-7334C4DB4A44}" presName="parTx" presStyleLbl="revTx" presStyleIdx="1" presStyleCnt="4">
        <dgm:presLayoutVars>
          <dgm:chMax val="0"/>
          <dgm:chPref val="0"/>
        </dgm:presLayoutVars>
      </dgm:prSet>
      <dgm:spPr/>
    </dgm:pt>
    <dgm:pt modelId="{86B17043-DF69-4366-A898-35016E24B28A}" type="pres">
      <dgm:prSet presAssocID="{C5BA91CE-8972-4FD6-A8E0-AE4465FE0C19}" presName="sibTrans" presStyleCnt="0"/>
      <dgm:spPr/>
    </dgm:pt>
    <dgm:pt modelId="{30BEB2CD-35E2-4F4B-95C7-EB3577C39D85}" type="pres">
      <dgm:prSet presAssocID="{FD429610-9AC5-4156-A467-DEF8F338ECCB}" presName="compNode" presStyleCnt="0"/>
      <dgm:spPr/>
    </dgm:pt>
    <dgm:pt modelId="{E175E23D-E581-4062-BCF1-B6CF500DC8DB}" type="pres">
      <dgm:prSet presAssocID="{FD429610-9AC5-4156-A467-DEF8F338ECCB}" presName="bgRect" presStyleLbl="bgShp" presStyleIdx="2" presStyleCnt="4"/>
      <dgm:spPr/>
    </dgm:pt>
    <dgm:pt modelId="{12997FC9-A2BB-4454-BD93-E392DF48D72F}" type="pres">
      <dgm:prSet presAssocID="{FD429610-9AC5-4156-A467-DEF8F338EC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D1937BF-5FBC-41EE-BA3F-76D62377C494}" type="pres">
      <dgm:prSet presAssocID="{FD429610-9AC5-4156-A467-DEF8F338ECCB}" presName="spaceRect" presStyleCnt="0"/>
      <dgm:spPr/>
    </dgm:pt>
    <dgm:pt modelId="{7ABF2F46-27DB-4B0B-A79F-9B007D6F0CF7}" type="pres">
      <dgm:prSet presAssocID="{FD429610-9AC5-4156-A467-DEF8F338ECCB}" presName="parTx" presStyleLbl="revTx" presStyleIdx="2" presStyleCnt="4">
        <dgm:presLayoutVars>
          <dgm:chMax val="0"/>
          <dgm:chPref val="0"/>
        </dgm:presLayoutVars>
      </dgm:prSet>
      <dgm:spPr/>
    </dgm:pt>
    <dgm:pt modelId="{2A832ECC-1D14-4172-91DB-36A8D244A3D2}" type="pres">
      <dgm:prSet presAssocID="{3A51A8EB-906B-4DB4-851A-9AEF40BACE22}" presName="sibTrans" presStyleCnt="0"/>
      <dgm:spPr/>
    </dgm:pt>
    <dgm:pt modelId="{31414163-EBD0-40A8-B8A1-C0CD56BC478D}" type="pres">
      <dgm:prSet presAssocID="{4D5C1940-5164-4580-9682-6C4014DDA02E}" presName="compNode" presStyleCnt="0"/>
      <dgm:spPr/>
    </dgm:pt>
    <dgm:pt modelId="{607299FE-3E0B-419C-A462-BB02B7E69D5C}" type="pres">
      <dgm:prSet presAssocID="{4D5C1940-5164-4580-9682-6C4014DDA02E}" presName="bgRect" presStyleLbl="bgShp" presStyleIdx="3" presStyleCnt="4"/>
      <dgm:spPr/>
    </dgm:pt>
    <dgm:pt modelId="{69A3AE00-F3F8-4BD8-9D95-88869E4E7A76}" type="pres">
      <dgm:prSet presAssocID="{4D5C1940-5164-4580-9682-6C4014DDA0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E6AD860-238D-4391-80ED-0120766AC8C9}" type="pres">
      <dgm:prSet presAssocID="{4D5C1940-5164-4580-9682-6C4014DDA02E}" presName="spaceRect" presStyleCnt="0"/>
      <dgm:spPr/>
    </dgm:pt>
    <dgm:pt modelId="{C2CA71EC-E472-4662-893A-9331D2333E64}" type="pres">
      <dgm:prSet presAssocID="{4D5C1940-5164-4580-9682-6C4014DDA02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1F8E29-3DB5-4DD9-8A2D-4F28CBFF96A4}" srcId="{3B3F551C-8793-4769-82CE-30A2A446F338}" destId="{4D5C1940-5164-4580-9682-6C4014DDA02E}" srcOrd="3" destOrd="0" parTransId="{0A23706E-87A1-49F2-93EC-E6C244F886FD}" sibTransId="{D14BBBDD-5803-45FD-9852-66C598C2C523}"/>
    <dgm:cxn modelId="{120EF25D-CDAF-4486-B0FB-7F9F3056B6B7}" type="presOf" srcId="{3B3F551C-8793-4769-82CE-30A2A446F338}" destId="{850BDC30-8DB4-47EB-A3DD-62AC51F8AA7A}" srcOrd="0" destOrd="0" presId="urn:microsoft.com/office/officeart/2018/2/layout/IconVerticalSolidList"/>
    <dgm:cxn modelId="{D205C06C-C5C5-4164-99AE-96C86C4C298A}" type="presOf" srcId="{78B07E7A-65F4-470E-A8DE-7334C4DB4A44}" destId="{5073896F-21EE-4B46-8772-BFD600BF78C4}" srcOrd="0" destOrd="0" presId="urn:microsoft.com/office/officeart/2018/2/layout/IconVerticalSolidList"/>
    <dgm:cxn modelId="{CDFB919B-743A-48CA-B978-CBDAFCABF803}" type="presOf" srcId="{FD429610-9AC5-4156-A467-DEF8F338ECCB}" destId="{7ABF2F46-27DB-4B0B-A79F-9B007D6F0CF7}" srcOrd="0" destOrd="0" presId="urn:microsoft.com/office/officeart/2018/2/layout/IconVerticalSolidList"/>
    <dgm:cxn modelId="{83E985AA-55AF-4F30-BF9E-DD9A38E2FBFF}" type="presOf" srcId="{4D5C1940-5164-4580-9682-6C4014DDA02E}" destId="{C2CA71EC-E472-4662-893A-9331D2333E64}" srcOrd="0" destOrd="0" presId="urn:microsoft.com/office/officeart/2018/2/layout/IconVerticalSolidList"/>
    <dgm:cxn modelId="{D91A70B4-CF80-400A-823E-1C3E6A8C4732}" type="presOf" srcId="{4D79331A-4F71-47A9-AD50-1905538BE741}" destId="{09963110-7373-4B96-9A34-95E22D292B78}" srcOrd="0" destOrd="0" presId="urn:microsoft.com/office/officeart/2018/2/layout/IconVerticalSolidList"/>
    <dgm:cxn modelId="{0C97C3C3-CABB-4621-A939-444168B073E1}" srcId="{3B3F551C-8793-4769-82CE-30A2A446F338}" destId="{4D79331A-4F71-47A9-AD50-1905538BE741}" srcOrd="0" destOrd="0" parTransId="{2FA999D6-7A6A-47BC-A97F-78210007DEA0}" sibTransId="{5E28F1B4-5FD4-4D62-9F84-ABF0BFB67A5B}"/>
    <dgm:cxn modelId="{FD8588E6-8575-4DCA-BE42-2D7734350041}" srcId="{3B3F551C-8793-4769-82CE-30A2A446F338}" destId="{78B07E7A-65F4-470E-A8DE-7334C4DB4A44}" srcOrd="1" destOrd="0" parTransId="{F4C7885E-F441-40DA-A09F-51CB5418CC90}" sibTransId="{C5BA91CE-8972-4FD6-A8E0-AE4465FE0C19}"/>
    <dgm:cxn modelId="{E7A095FC-551B-413C-928D-178099603C84}" srcId="{3B3F551C-8793-4769-82CE-30A2A446F338}" destId="{FD429610-9AC5-4156-A467-DEF8F338ECCB}" srcOrd="2" destOrd="0" parTransId="{5B0E24AF-6140-401D-9CF7-C74B977430F3}" sibTransId="{3A51A8EB-906B-4DB4-851A-9AEF40BACE22}"/>
    <dgm:cxn modelId="{8DE8366C-3DCD-4DDB-829E-D4E25EC84621}" type="presParOf" srcId="{850BDC30-8DB4-47EB-A3DD-62AC51F8AA7A}" destId="{A6E81085-E2BB-4CE9-84A8-FEEE044D87DC}" srcOrd="0" destOrd="0" presId="urn:microsoft.com/office/officeart/2018/2/layout/IconVerticalSolidList"/>
    <dgm:cxn modelId="{88F558A7-EDAC-456A-A91A-2D9BA7FDB107}" type="presParOf" srcId="{A6E81085-E2BB-4CE9-84A8-FEEE044D87DC}" destId="{21EB4FE8-BBF6-4649-89AD-B8E35AB0FF79}" srcOrd="0" destOrd="0" presId="urn:microsoft.com/office/officeart/2018/2/layout/IconVerticalSolidList"/>
    <dgm:cxn modelId="{4F2D0AE2-51EE-4D44-80D0-65595069C963}" type="presParOf" srcId="{A6E81085-E2BB-4CE9-84A8-FEEE044D87DC}" destId="{8F7F7A46-EC42-4430-B8C6-FCC78B96F7D3}" srcOrd="1" destOrd="0" presId="urn:microsoft.com/office/officeart/2018/2/layout/IconVerticalSolidList"/>
    <dgm:cxn modelId="{77406BA6-2D1E-4DC9-91FB-9224F39F583D}" type="presParOf" srcId="{A6E81085-E2BB-4CE9-84A8-FEEE044D87DC}" destId="{1FB1842D-4AA1-4034-93FC-8FD1292BEA21}" srcOrd="2" destOrd="0" presId="urn:microsoft.com/office/officeart/2018/2/layout/IconVerticalSolidList"/>
    <dgm:cxn modelId="{93B7D2D3-2A31-43C0-AED8-4DE4EA978082}" type="presParOf" srcId="{A6E81085-E2BB-4CE9-84A8-FEEE044D87DC}" destId="{09963110-7373-4B96-9A34-95E22D292B78}" srcOrd="3" destOrd="0" presId="urn:microsoft.com/office/officeart/2018/2/layout/IconVerticalSolidList"/>
    <dgm:cxn modelId="{0E1CF725-32A6-42F7-85BF-9CE90134B6D8}" type="presParOf" srcId="{850BDC30-8DB4-47EB-A3DD-62AC51F8AA7A}" destId="{C1B5A680-2109-480C-8B3B-5ED694FB282B}" srcOrd="1" destOrd="0" presId="urn:microsoft.com/office/officeart/2018/2/layout/IconVerticalSolidList"/>
    <dgm:cxn modelId="{DA068063-C927-499C-87F4-B8EBAA63A521}" type="presParOf" srcId="{850BDC30-8DB4-47EB-A3DD-62AC51F8AA7A}" destId="{85DDFB07-1C2A-486C-95F7-CCABD62FAB46}" srcOrd="2" destOrd="0" presId="urn:microsoft.com/office/officeart/2018/2/layout/IconVerticalSolidList"/>
    <dgm:cxn modelId="{EE75A3C2-6FB6-4F84-82EE-ED785E9A3D1C}" type="presParOf" srcId="{85DDFB07-1C2A-486C-95F7-CCABD62FAB46}" destId="{2585774D-C87F-4BFA-A7E9-18A227FEF146}" srcOrd="0" destOrd="0" presId="urn:microsoft.com/office/officeart/2018/2/layout/IconVerticalSolidList"/>
    <dgm:cxn modelId="{01EC500E-1E84-4BEE-AE13-02555C8CD522}" type="presParOf" srcId="{85DDFB07-1C2A-486C-95F7-CCABD62FAB46}" destId="{BCF480EB-528E-4F76-BA04-A8B96977C0F9}" srcOrd="1" destOrd="0" presId="urn:microsoft.com/office/officeart/2018/2/layout/IconVerticalSolidList"/>
    <dgm:cxn modelId="{1C76E2D6-F01E-4686-BC8D-61C8C5537C20}" type="presParOf" srcId="{85DDFB07-1C2A-486C-95F7-CCABD62FAB46}" destId="{AA83C636-5386-4B90-8957-3193B3F40BF1}" srcOrd="2" destOrd="0" presId="urn:microsoft.com/office/officeart/2018/2/layout/IconVerticalSolidList"/>
    <dgm:cxn modelId="{F5065B72-248B-4B74-A4E2-B7E0F0194895}" type="presParOf" srcId="{85DDFB07-1C2A-486C-95F7-CCABD62FAB46}" destId="{5073896F-21EE-4B46-8772-BFD600BF78C4}" srcOrd="3" destOrd="0" presId="urn:microsoft.com/office/officeart/2018/2/layout/IconVerticalSolidList"/>
    <dgm:cxn modelId="{37496685-EB35-42B8-A27D-D733991C129F}" type="presParOf" srcId="{850BDC30-8DB4-47EB-A3DD-62AC51F8AA7A}" destId="{86B17043-DF69-4366-A898-35016E24B28A}" srcOrd="3" destOrd="0" presId="urn:microsoft.com/office/officeart/2018/2/layout/IconVerticalSolidList"/>
    <dgm:cxn modelId="{B3C702FD-C0B1-472C-A45B-C4EA1D43F174}" type="presParOf" srcId="{850BDC30-8DB4-47EB-A3DD-62AC51F8AA7A}" destId="{30BEB2CD-35E2-4F4B-95C7-EB3577C39D85}" srcOrd="4" destOrd="0" presId="urn:microsoft.com/office/officeart/2018/2/layout/IconVerticalSolidList"/>
    <dgm:cxn modelId="{31B95F77-03F1-43C3-A3E2-18E18069A39A}" type="presParOf" srcId="{30BEB2CD-35E2-4F4B-95C7-EB3577C39D85}" destId="{E175E23D-E581-4062-BCF1-B6CF500DC8DB}" srcOrd="0" destOrd="0" presId="urn:microsoft.com/office/officeart/2018/2/layout/IconVerticalSolidList"/>
    <dgm:cxn modelId="{71FD9271-0036-44CF-9034-47E3BB6A4F47}" type="presParOf" srcId="{30BEB2CD-35E2-4F4B-95C7-EB3577C39D85}" destId="{12997FC9-A2BB-4454-BD93-E392DF48D72F}" srcOrd="1" destOrd="0" presId="urn:microsoft.com/office/officeart/2018/2/layout/IconVerticalSolidList"/>
    <dgm:cxn modelId="{FC44E197-AC52-4162-88FF-3CD2CCA52D92}" type="presParOf" srcId="{30BEB2CD-35E2-4F4B-95C7-EB3577C39D85}" destId="{6D1937BF-5FBC-41EE-BA3F-76D62377C494}" srcOrd="2" destOrd="0" presId="urn:microsoft.com/office/officeart/2018/2/layout/IconVerticalSolidList"/>
    <dgm:cxn modelId="{ED77B630-4F73-4A44-B043-8F24561A82CC}" type="presParOf" srcId="{30BEB2CD-35E2-4F4B-95C7-EB3577C39D85}" destId="{7ABF2F46-27DB-4B0B-A79F-9B007D6F0CF7}" srcOrd="3" destOrd="0" presId="urn:microsoft.com/office/officeart/2018/2/layout/IconVerticalSolidList"/>
    <dgm:cxn modelId="{3C399557-9176-41DD-AE99-7457698DB6D2}" type="presParOf" srcId="{850BDC30-8DB4-47EB-A3DD-62AC51F8AA7A}" destId="{2A832ECC-1D14-4172-91DB-36A8D244A3D2}" srcOrd="5" destOrd="0" presId="urn:microsoft.com/office/officeart/2018/2/layout/IconVerticalSolidList"/>
    <dgm:cxn modelId="{74799435-E91A-427F-8361-479527384BA4}" type="presParOf" srcId="{850BDC30-8DB4-47EB-A3DD-62AC51F8AA7A}" destId="{31414163-EBD0-40A8-B8A1-C0CD56BC478D}" srcOrd="6" destOrd="0" presId="urn:microsoft.com/office/officeart/2018/2/layout/IconVerticalSolidList"/>
    <dgm:cxn modelId="{9EFBB340-D7CB-4823-83C0-2594CD9C8EF8}" type="presParOf" srcId="{31414163-EBD0-40A8-B8A1-C0CD56BC478D}" destId="{607299FE-3E0B-419C-A462-BB02B7E69D5C}" srcOrd="0" destOrd="0" presId="urn:microsoft.com/office/officeart/2018/2/layout/IconVerticalSolidList"/>
    <dgm:cxn modelId="{1DADA087-4B88-4E88-B0C6-657B0DE2F6A0}" type="presParOf" srcId="{31414163-EBD0-40A8-B8A1-C0CD56BC478D}" destId="{69A3AE00-F3F8-4BD8-9D95-88869E4E7A76}" srcOrd="1" destOrd="0" presId="urn:microsoft.com/office/officeart/2018/2/layout/IconVerticalSolidList"/>
    <dgm:cxn modelId="{74C6B928-AFDF-44D2-B211-F92F4A4C7965}" type="presParOf" srcId="{31414163-EBD0-40A8-B8A1-C0CD56BC478D}" destId="{FE6AD860-238D-4391-80ED-0120766AC8C9}" srcOrd="2" destOrd="0" presId="urn:microsoft.com/office/officeart/2018/2/layout/IconVerticalSolidList"/>
    <dgm:cxn modelId="{9C51519C-AEA8-4700-BDFE-A958BC7DF198}" type="presParOf" srcId="{31414163-EBD0-40A8-B8A1-C0CD56BC478D}" destId="{C2CA71EC-E472-4662-893A-9331D2333E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0CAE6E-1FE0-402A-A530-4D29271288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246710-51A4-4011-86DD-AB4BA0FAAD94}">
      <dgm:prSet/>
      <dgm:spPr/>
      <dgm:t>
        <a:bodyPr/>
        <a:lstStyle/>
        <a:p>
          <a:r>
            <a:rPr lang="en-US"/>
            <a:t>1. Business Understanding</a:t>
          </a:r>
        </a:p>
      </dgm:t>
    </dgm:pt>
    <dgm:pt modelId="{BF189FE9-5C57-4CB0-B7F5-4956A5AE1B81}" type="parTrans" cxnId="{5BB76648-6C13-4132-99C8-80D54C7322E9}">
      <dgm:prSet/>
      <dgm:spPr/>
      <dgm:t>
        <a:bodyPr/>
        <a:lstStyle/>
        <a:p>
          <a:endParaRPr lang="en-US"/>
        </a:p>
      </dgm:t>
    </dgm:pt>
    <dgm:pt modelId="{99311037-0346-46C8-8CAE-51C169B00CF4}" type="sibTrans" cxnId="{5BB76648-6C13-4132-99C8-80D54C7322E9}">
      <dgm:prSet/>
      <dgm:spPr/>
      <dgm:t>
        <a:bodyPr/>
        <a:lstStyle/>
        <a:p>
          <a:endParaRPr lang="en-US"/>
        </a:p>
      </dgm:t>
    </dgm:pt>
    <dgm:pt modelId="{DC4A94CE-4C54-4E1C-9E77-E07F2DDDADCC}">
      <dgm:prSet/>
      <dgm:spPr/>
      <dgm:t>
        <a:bodyPr/>
        <a:lstStyle/>
        <a:p>
          <a:r>
            <a:rPr lang="en-US"/>
            <a:t>2. Data Understanding</a:t>
          </a:r>
        </a:p>
      </dgm:t>
    </dgm:pt>
    <dgm:pt modelId="{050A6ABC-38D6-4204-B6BE-A072ED50FD46}" type="parTrans" cxnId="{5A7924F0-AA37-4576-949D-81B4A58A1F39}">
      <dgm:prSet/>
      <dgm:spPr/>
      <dgm:t>
        <a:bodyPr/>
        <a:lstStyle/>
        <a:p>
          <a:endParaRPr lang="en-US"/>
        </a:p>
      </dgm:t>
    </dgm:pt>
    <dgm:pt modelId="{97A3CC23-E23B-424F-8E69-B24FCBAFB2D5}" type="sibTrans" cxnId="{5A7924F0-AA37-4576-949D-81B4A58A1F39}">
      <dgm:prSet/>
      <dgm:spPr/>
      <dgm:t>
        <a:bodyPr/>
        <a:lstStyle/>
        <a:p>
          <a:endParaRPr lang="en-US"/>
        </a:p>
      </dgm:t>
    </dgm:pt>
    <dgm:pt modelId="{AAB38796-FBDD-4BB1-AC99-BAE3FA68492F}">
      <dgm:prSet/>
      <dgm:spPr/>
      <dgm:t>
        <a:bodyPr/>
        <a:lstStyle/>
        <a:p>
          <a:r>
            <a:rPr lang="en-US"/>
            <a:t>3. Data Preparation</a:t>
          </a:r>
        </a:p>
      </dgm:t>
    </dgm:pt>
    <dgm:pt modelId="{5697C923-692D-48D8-83AA-622BF50A00C4}" type="parTrans" cxnId="{29C86F30-570B-41D1-A0D7-262150EFDE41}">
      <dgm:prSet/>
      <dgm:spPr/>
      <dgm:t>
        <a:bodyPr/>
        <a:lstStyle/>
        <a:p>
          <a:endParaRPr lang="en-US"/>
        </a:p>
      </dgm:t>
    </dgm:pt>
    <dgm:pt modelId="{EBDA83B8-F713-444A-A571-63BC2DFF5011}" type="sibTrans" cxnId="{29C86F30-570B-41D1-A0D7-262150EFDE41}">
      <dgm:prSet/>
      <dgm:spPr/>
      <dgm:t>
        <a:bodyPr/>
        <a:lstStyle/>
        <a:p>
          <a:endParaRPr lang="en-US"/>
        </a:p>
      </dgm:t>
    </dgm:pt>
    <dgm:pt modelId="{E1454030-A152-4DB4-98CB-1FCA5E454797}">
      <dgm:prSet/>
      <dgm:spPr/>
      <dgm:t>
        <a:bodyPr/>
        <a:lstStyle/>
        <a:p>
          <a:r>
            <a:rPr lang="en-US"/>
            <a:t>4. Modeling Approach</a:t>
          </a:r>
        </a:p>
      </dgm:t>
    </dgm:pt>
    <dgm:pt modelId="{E3FB4455-0BB9-4B1F-986A-39291A36748E}" type="parTrans" cxnId="{1A533EF1-4C5E-4048-9E0B-7E8253D40E73}">
      <dgm:prSet/>
      <dgm:spPr/>
      <dgm:t>
        <a:bodyPr/>
        <a:lstStyle/>
        <a:p>
          <a:endParaRPr lang="en-US"/>
        </a:p>
      </dgm:t>
    </dgm:pt>
    <dgm:pt modelId="{8D4B5B8D-1F9C-49BE-A5D5-68E0E4D9C609}" type="sibTrans" cxnId="{1A533EF1-4C5E-4048-9E0B-7E8253D40E73}">
      <dgm:prSet/>
      <dgm:spPr/>
      <dgm:t>
        <a:bodyPr/>
        <a:lstStyle/>
        <a:p>
          <a:endParaRPr lang="en-US"/>
        </a:p>
      </dgm:t>
    </dgm:pt>
    <dgm:pt modelId="{AFFDDC36-43D9-4736-BF9C-F7967B04779B}">
      <dgm:prSet/>
      <dgm:spPr/>
      <dgm:t>
        <a:bodyPr/>
        <a:lstStyle/>
        <a:p>
          <a:r>
            <a:rPr lang="en-US"/>
            <a:t>5. Evaluation and Results</a:t>
          </a:r>
        </a:p>
      </dgm:t>
    </dgm:pt>
    <dgm:pt modelId="{1805CAEE-88AB-46E0-A027-22E5F12CA792}" type="parTrans" cxnId="{19E795C1-5414-4B23-9A0D-D583040CFB90}">
      <dgm:prSet/>
      <dgm:spPr/>
      <dgm:t>
        <a:bodyPr/>
        <a:lstStyle/>
        <a:p>
          <a:endParaRPr lang="en-US"/>
        </a:p>
      </dgm:t>
    </dgm:pt>
    <dgm:pt modelId="{837476FF-0F16-4B1C-B78F-0AA58350EA15}" type="sibTrans" cxnId="{19E795C1-5414-4B23-9A0D-D583040CFB90}">
      <dgm:prSet/>
      <dgm:spPr/>
      <dgm:t>
        <a:bodyPr/>
        <a:lstStyle/>
        <a:p>
          <a:endParaRPr lang="en-US"/>
        </a:p>
      </dgm:t>
    </dgm:pt>
    <dgm:pt modelId="{7B87F193-A4F6-4100-BD63-51E41BA1CA61}">
      <dgm:prSet/>
      <dgm:spPr/>
      <dgm:t>
        <a:bodyPr/>
        <a:lstStyle/>
        <a:p>
          <a:r>
            <a:rPr lang="en-US"/>
            <a:t>6. Managerial Implications</a:t>
          </a:r>
        </a:p>
      </dgm:t>
    </dgm:pt>
    <dgm:pt modelId="{1E9DF00A-FCE6-4D7A-90D7-AC312D120E83}" type="parTrans" cxnId="{FED88975-A446-4A1A-BC3E-B586A7AF1092}">
      <dgm:prSet/>
      <dgm:spPr/>
      <dgm:t>
        <a:bodyPr/>
        <a:lstStyle/>
        <a:p>
          <a:endParaRPr lang="en-US"/>
        </a:p>
      </dgm:t>
    </dgm:pt>
    <dgm:pt modelId="{CE811523-9D7B-461F-A330-A4DD677E933D}" type="sibTrans" cxnId="{FED88975-A446-4A1A-BC3E-B586A7AF1092}">
      <dgm:prSet/>
      <dgm:spPr/>
      <dgm:t>
        <a:bodyPr/>
        <a:lstStyle/>
        <a:p>
          <a:endParaRPr lang="en-US"/>
        </a:p>
      </dgm:t>
    </dgm:pt>
    <dgm:pt modelId="{7B590207-0E0E-4C9B-9434-462D53EFF45C}">
      <dgm:prSet/>
      <dgm:spPr/>
      <dgm:t>
        <a:bodyPr/>
        <a:lstStyle/>
        <a:p>
          <a:r>
            <a:rPr lang="en-US"/>
            <a:t>7. Conclusion</a:t>
          </a:r>
        </a:p>
      </dgm:t>
    </dgm:pt>
    <dgm:pt modelId="{B1FA5CC8-767B-4CF6-8727-48DC3822A118}" type="parTrans" cxnId="{B624F3B8-1562-43FC-A4B3-48F2256A566D}">
      <dgm:prSet/>
      <dgm:spPr/>
      <dgm:t>
        <a:bodyPr/>
        <a:lstStyle/>
        <a:p>
          <a:endParaRPr lang="en-US"/>
        </a:p>
      </dgm:t>
    </dgm:pt>
    <dgm:pt modelId="{7908BB06-B4C1-483C-92ED-0B5313A894D2}" type="sibTrans" cxnId="{B624F3B8-1562-43FC-A4B3-48F2256A566D}">
      <dgm:prSet/>
      <dgm:spPr/>
      <dgm:t>
        <a:bodyPr/>
        <a:lstStyle/>
        <a:p>
          <a:endParaRPr lang="en-US"/>
        </a:p>
      </dgm:t>
    </dgm:pt>
    <dgm:pt modelId="{CBE4ACF5-7316-45EF-A076-55EE68FA0F71}">
      <dgm:prSet/>
      <dgm:spPr/>
      <dgm:t>
        <a:bodyPr/>
        <a:lstStyle/>
        <a:p>
          <a:r>
            <a:rPr lang="en-US"/>
            <a:t>8. Q&amp;A</a:t>
          </a:r>
        </a:p>
      </dgm:t>
    </dgm:pt>
    <dgm:pt modelId="{433FDE35-554F-47F9-AC02-E8667144F785}" type="parTrans" cxnId="{F2CDFC5C-3C33-4E52-8745-36ABF46C3B30}">
      <dgm:prSet/>
      <dgm:spPr/>
      <dgm:t>
        <a:bodyPr/>
        <a:lstStyle/>
        <a:p>
          <a:endParaRPr lang="en-US"/>
        </a:p>
      </dgm:t>
    </dgm:pt>
    <dgm:pt modelId="{013A0FA7-2A79-4B5A-BF3E-A7138D33E239}" type="sibTrans" cxnId="{F2CDFC5C-3C33-4E52-8745-36ABF46C3B30}">
      <dgm:prSet/>
      <dgm:spPr/>
      <dgm:t>
        <a:bodyPr/>
        <a:lstStyle/>
        <a:p>
          <a:endParaRPr lang="en-US"/>
        </a:p>
      </dgm:t>
    </dgm:pt>
    <dgm:pt modelId="{6520C10C-F747-4112-8817-BCA6EAB6A93D}" type="pres">
      <dgm:prSet presAssocID="{CB0CAE6E-1FE0-402A-A530-4D2927128884}" presName="root" presStyleCnt="0">
        <dgm:presLayoutVars>
          <dgm:dir/>
          <dgm:resizeHandles val="exact"/>
        </dgm:presLayoutVars>
      </dgm:prSet>
      <dgm:spPr/>
    </dgm:pt>
    <dgm:pt modelId="{97C8ECC2-40C4-49BB-B68D-885661F11A72}" type="pres">
      <dgm:prSet presAssocID="{A5246710-51A4-4011-86DD-AB4BA0FAAD94}" presName="compNode" presStyleCnt="0"/>
      <dgm:spPr/>
    </dgm:pt>
    <dgm:pt modelId="{A7E35B5E-67DA-4891-A847-15CB6DFAB063}" type="pres">
      <dgm:prSet presAssocID="{A5246710-51A4-4011-86DD-AB4BA0FAAD94}" presName="bgRect" presStyleLbl="bgShp" presStyleIdx="0" presStyleCnt="8"/>
      <dgm:spPr/>
    </dgm:pt>
    <dgm:pt modelId="{DFD4BAC9-578A-4EB7-B8F5-073A8C0ECFF4}" type="pres">
      <dgm:prSet presAssocID="{A5246710-51A4-4011-86DD-AB4BA0FAAD9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32F6B73-1FED-4474-98F0-547338397D9A}" type="pres">
      <dgm:prSet presAssocID="{A5246710-51A4-4011-86DD-AB4BA0FAAD94}" presName="spaceRect" presStyleCnt="0"/>
      <dgm:spPr/>
    </dgm:pt>
    <dgm:pt modelId="{EA887FEB-D4E7-4F32-AB1B-9B99E44E41BA}" type="pres">
      <dgm:prSet presAssocID="{A5246710-51A4-4011-86DD-AB4BA0FAAD94}" presName="parTx" presStyleLbl="revTx" presStyleIdx="0" presStyleCnt="8">
        <dgm:presLayoutVars>
          <dgm:chMax val="0"/>
          <dgm:chPref val="0"/>
        </dgm:presLayoutVars>
      </dgm:prSet>
      <dgm:spPr/>
    </dgm:pt>
    <dgm:pt modelId="{7DD4EE38-2FA7-4846-AED4-D431E4B7F477}" type="pres">
      <dgm:prSet presAssocID="{99311037-0346-46C8-8CAE-51C169B00CF4}" presName="sibTrans" presStyleCnt="0"/>
      <dgm:spPr/>
    </dgm:pt>
    <dgm:pt modelId="{BF9AC87D-363B-4D56-8C9A-30FF6AC49414}" type="pres">
      <dgm:prSet presAssocID="{DC4A94CE-4C54-4E1C-9E77-E07F2DDDADCC}" presName="compNode" presStyleCnt="0"/>
      <dgm:spPr/>
    </dgm:pt>
    <dgm:pt modelId="{244B1538-C01B-432B-B4D7-E6B55B73A2A4}" type="pres">
      <dgm:prSet presAssocID="{DC4A94CE-4C54-4E1C-9E77-E07F2DDDADCC}" presName="bgRect" presStyleLbl="bgShp" presStyleIdx="1" presStyleCnt="8"/>
      <dgm:spPr/>
    </dgm:pt>
    <dgm:pt modelId="{F417391D-4BFB-43DA-B910-880A147CE67D}" type="pres">
      <dgm:prSet presAssocID="{DC4A94CE-4C54-4E1C-9E77-E07F2DDDADCC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BE9AAE8-E8C2-4F52-A43C-4D1419038E8E}" type="pres">
      <dgm:prSet presAssocID="{DC4A94CE-4C54-4E1C-9E77-E07F2DDDADCC}" presName="spaceRect" presStyleCnt="0"/>
      <dgm:spPr/>
    </dgm:pt>
    <dgm:pt modelId="{171122CD-B6B6-467A-8617-7C5CA051AC4A}" type="pres">
      <dgm:prSet presAssocID="{DC4A94CE-4C54-4E1C-9E77-E07F2DDDADCC}" presName="parTx" presStyleLbl="revTx" presStyleIdx="1" presStyleCnt="8">
        <dgm:presLayoutVars>
          <dgm:chMax val="0"/>
          <dgm:chPref val="0"/>
        </dgm:presLayoutVars>
      </dgm:prSet>
      <dgm:spPr/>
    </dgm:pt>
    <dgm:pt modelId="{8D68252B-AEA4-4D23-96AE-42F2F1FBAF50}" type="pres">
      <dgm:prSet presAssocID="{97A3CC23-E23B-424F-8E69-B24FCBAFB2D5}" presName="sibTrans" presStyleCnt="0"/>
      <dgm:spPr/>
    </dgm:pt>
    <dgm:pt modelId="{1BED73E5-8F07-4CA4-B328-CE1149CD3F8B}" type="pres">
      <dgm:prSet presAssocID="{AAB38796-FBDD-4BB1-AC99-BAE3FA68492F}" presName="compNode" presStyleCnt="0"/>
      <dgm:spPr/>
    </dgm:pt>
    <dgm:pt modelId="{2E6E6D1B-DE4E-41BA-A3B3-D8B5B60D3F4A}" type="pres">
      <dgm:prSet presAssocID="{AAB38796-FBDD-4BB1-AC99-BAE3FA68492F}" presName="bgRect" presStyleLbl="bgShp" presStyleIdx="2" presStyleCnt="8"/>
      <dgm:spPr/>
    </dgm:pt>
    <dgm:pt modelId="{1DDD9E0A-7724-463E-9C91-9201C8687FFF}" type="pres">
      <dgm:prSet presAssocID="{AAB38796-FBDD-4BB1-AC99-BAE3FA68492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CB9894-ADD8-4C58-833D-83DCB48263EA}" type="pres">
      <dgm:prSet presAssocID="{AAB38796-FBDD-4BB1-AC99-BAE3FA68492F}" presName="spaceRect" presStyleCnt="0"/>
      <dgm:spPr/>
    </dgm:pt>
    <dgm:pt modelId="{0FBFF807-4AC6-426E-BC75-C7BC8CAE2303}" type="pres">
      <dgm:prSet presAssocID="{AAB38796-FBDD-4BB1-AC99-BAE3FA68492F}" presName="parTx" presStyleLbl="revTx" presStyleIdx="2" presStyleCnt="8">
        <dgm:presLayoutVars>
          <dgm:chMax val="0"/>
          <dgm:chPref val="0"/>
        </dgm:presLayoutVars>
      </dgm:prSet>
      <dgm:spPr/>
    </dgm:pt>
    <dgm:pt modelId="{6CEA2DB8-E19C-4CF9-AB74-1465A4B340AD}" type="pres">
      <dgm:prSet presAssocID="{EBDA83B8-F713-444A-A571-63BC2DFF5011}" presName="sibTrans" presStyleCnt="0"/>
      <dgm:spPr/>
    </dgm:pt>
    <dgm:pt modelId="{EC9F51DD-F3E6-478A-8C0F-6E7F48765A6A}" type="pres">
      <dgm:prSet presAssocID="{E1454030-A152-4DB4-98CB-1FCA5E454797}" presName="compNode" presStyleCnt="0"/>
      <dgm:spPr/>
    </dgm:pt>
    <dgm:pt modelId="{5DCB9187-F3A7-457D-80A1-138B826182A3}" type="pres">
      <dgm:prSet presAssocID="{E1454030-A152-4DB4-98CB-1FCA5E454797}" presName="bgRect" presStyleLbl="bgShp" presStyleIdx="3" presStyleCnt="8"/>
      <dgm:spPr/>
    </dgm:pt>
    <dgm:pt modelId="{270BE990-A74B-45FB-B9D4-E93EF313649E}" type="pres">
      <dgm:prSet presAssocID="{E1454030-A152-4DB4-98CB-1FCA5E454797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481EF2D7-F25F-49A9-8F8D-8D967F3E4D85}" type="pres">
      <dgm:prSet presAssocID="{E1454030-A152-4DB4-98CB-1FCA5E454797}" presName="spaceRect" presStyleCnt="0"/>
      <dgm:spPr/>
    </dgm:pt>
    <dgm:pt modelId="{C3518486-225B-4B07-AEBC-6569F681DA85}" type="pres">
      <dgm:prSet presAssocID="{E1454030-A152-4DB4-98CB-1FCA5E454797}" presName="parTx" presStyleLbl="revTx" presStyleIdx="3" presStyleCnt="8">
        <dgm:presLayoutVars>
          <dgm:chMax val="0"/>
          <dgm:chPref val="0"/>
        </dgm:presLayoutVars>
      </dgm:prSet>
      <dgm:spPr/>
    </dgm:pt>
    <dgm:pt modelId="{52A1F52E-89F8-42C0-96DC-DFCD20F78374}" type="pres">
      <dgm:prSet presAssocID="{8D4B5B8D-1F9C-49BE-A5D5-68E0E4D9C609}" presName="sibTrans" presStyleCnt="0"/>
      <dgm:spPr/>
    </dgm:pt>
    <dgm:pt modelId="{E0D7CC37-8A0A-4EDF-82E4-D845D8E3068C}" type="pres">
      <dgm:prSet presAssocID="{AFFDDC36-43D9-4736-BF9C-F7967B04779B}" presName="compNode" presStyleCnt="0"/>
      <dgm:spPr/>
    </dgm:pt>
    <dgm:pt modelId="{015657EE-1607-4CBD-B198-4C6D7EC5FD06}" type="pres">
      <dgm:prSet presAssocID="{AFFDDC36-43D9-4736-BF9C-F7967B04779B}" presName="bgRect" presStyleLbl="bgShp" presStyleIdx="4" presStyleCnt="8"/>
      <dgm:spPr/>
    </dgm:pt>
    <dgm:pt modelId="{25916429-F965-4FC3-AF09-D902FDF8ABB8}" type="pres">
      <dgm:prSet presAssocID="{AFFDDC36-43D9-4736-BF9C-F7967B04779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6BC2666-5A59-4A6F-8E82-7F0CE0CBC641}" type="pres">
      <dgm:prSet presAssocID="{AFFDDC36-43D9-4736-BF9C-F7967B04779B}" presName="spaceRect" presStyleCnt="0"/>
      <dgm:spPr/>
    </dgm:pt>
    <dgm:pt modelId="{7EE2FCD0-1449-4B05-9F87-0519ECDA6962}" type="pres">
      <dgm:prSet presAssocID="{AFFDDC36-43D9-4736-BF9C-F7967B04779B}" presName="parTx" presStyleLbl="revTx" presStyleIdx="4" presStyleCnt="8">
        <dgm:presLayoutVars>
          <dgm:chMax val="0"/>
          <dgm:chPref val="0"/>
        </dgm:presLayoutVars>
      </dgm:prSet>
      <dgm:spPr/>
    </dgm:pt>
    <dgm:pt modelId="{8DE520A0-DE32-4BDE-9422-9AADF42FB068}" type="pres">
      <dgm:prSet presAssocID="{837476FF-0F16-4B1C-B78F-0AA58350EA15}" presName="sibTrans" presStyleCnt="0"/>
      <dgm:spPr/>
    </dgm:pt>
    <dgm:pt modelId="{33E599CE-0204-4F91-AA69-889A7E4CEADE}" type="pres">
      <dgm:prSet presAssocID="{7B87F193-A4F6-4100-BD63-51E41BA1CA61}" presName="compNode" presStyleCnt="0"/>
      <dgm:spPr/>
    </dgm:pt>
    <dgm:pt modelId="{3561ACBF-F8D4-434E-AA8B-3500C1D7FE25}" type="pres">
      <dgm:prSet presAssocID="{7B87F193-A4F6-4100-BD63-51E41BA1CA61}" presName="bgRect" presStyleLbl="bgShp" presStyleIdx="5" presStyleCnt="8"/>
      <dgm:spPr/>
    </dgm:pt>
    <dgm:pt modelId="{92642EF8-9A20-455B-BC63-8EB5A36E6682}" type="pres">
      <dgm:prSet presAssocID="{7B87F193-A4F6-4100-BD63-51E41BA1CA61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8907D91-DBC5-4F7A-9986-1D060A8B35B3}" type="pres">
      <dgm:prSet presAssocID="{7B87F193-A4F6-4100-BD63-51E41BA1CA61}" presName="spaceRect" presStyleCnt="0"/>
      <dgm:spPr/>
    </dgm:pt>
    <dgm:pt modelId="{2144802D-445C-4839-B9C1-2589528FFF4E}" type="pres">
      <dgm:prSet presAssocID="{7B87F193-A4F6-4100-BD63-51E41BA1CA61}" presName="parTx" presStyleLbl="revTx" presStyleIdx="5" presStyleCnt="8">
        <dgm:presLayoutVars>
          <dgm:chMax val="0"/>
          <dgm:chPref val="0"/>
        </dgm:presLayoutVars>
      </dgm:prSet>
      <dgm:spPr/>
    </dgm:pt>
    <dgm:pt modelId="{CD498DAF-15E5-4119-87BD-667FCF4C40DE}" type="pres">
      <dgm:prSet presAssocID="{CE811523-9D7B-461F-A330-A4DD677E933D}" presName="sibTrans" presStyleCnt="0"/>
      <dgm:spPr/>
    </dgm:pt>
    <dgm:pt modelId="{9AA42D55-46F9-4CE9-B26E-DBB72094B779}" type="pres">
      <dgm:prSet presAssocID="{7B590207-0E0E-4C9B-9434-462D53EFF45C}" presName="compNode" presStyleCnt="0"/>
      <dgm:spPr/>
    </dgm:pt>
    <dgm:pt modelId="{4178F3D3-0FB0-45BF-8F69-7106C947258E}" type="pres">
      <dgm:prSet presAssocID="{7B590207-0E0E-4C9B-9434-462D53EFF45C}" presName="bgRect" presStyleLbl="bgShp" presStyleIdx="6" presStyleCnt="8"/>
      <dgm:spPr/>
    </dgm:pt>
    <dgm:pt modelId="{EBC12595-AE06-48CB-88C4-440FE7C6DD1C}" type="pres">
      <dgm:prSet presAssocID="{7B590207-0E0E-4C9B-9434-462D53EFF45C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0195E2D-6ADC-4B38-9BD1-E3DC35542682}" type="pres">
      <dgm:prSet presAssocID="{7B590207-0E0E-4C9B-9434-462D53EFF45C}" presName="spaceRect" presStyleCnt="0"/>
      <dgm:spPr/>
    </dgm:pt>
    <dgm:pt modelId="{8932D593-243D-4E89-AED5-577F2D1D2E79}" type="pres">
      <dgm:prSet presAssocID="{7B590207-0E0E-4C9B-9434-462D53EFF45C}" presName="parTx" presStyleLbl="revTx" presStyleIdx="6" presStyleCnt="8">
        <dgm:presLayoutVars>
          <dgm:chMax val="0"/>
          <dgm:chPref val="0"/>
        </dgm:presLayoutVars>
      </dgm:prSet>
      <dgm:spPr/>
    </dgm:pt>
    <dgm:pt modelId="{90220718-E0A0-4F93-9501-3DCA1D998202}" type="pres">
      <dgm:prSet presAssocID="{7908BB06-B4C1-483C-92ED-0B5313A894D2}" presName="sibTrans" presStyleCnt="0"/>
      <dgm:spPr/>
    </dgm:pt>
    <dgm:pt modelId="{A3FDED48-010F-4162-8B17-178500E14F30}" type="pres">
      <dgm:prSet presAssocID="{CBE4ACF5-7316-45EF-A076-55EE68FA0F71}" presName="compNode" presStyleCnt="0"/>
      <dgm:spPr/>
    </dgm:pt>
    <dgm:pt modelId="{D63F21B4-EC7C-4CEE-92EB-E08BBE5838C8}" type="pres">
      <dgm:prSet presAssocID="{CBE4ACF5-7316-45EF-A076-55EE68FA0F71}" presName="bgRect" presStyleLbl="bgShp" presStyleIdx="7" presStyleCnt="8"/>
      <dgm:spPr/>
    </dgm:pt>
    <dgm:pt modelId="{B39A31DD-7CD7-41A2-8BCD-AF0F235F7686}" type="pres">
      <dgm:prSet presAssocID="{CBE4ACF5-7316-45EF-A076-55EE68FA0F71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BE9A58F5-B8B9-49EC-A238-7742731B20AA}" type="pres">
      <dgm:prSet presAssocID="{CBE4ACF5-7316-45EF-A076-55EE68FA0F71}" presName="spaceRect" presStyleCnt="0"/>
      <dgm:spPr/>
    </dgm:pt>
    <dgm:pt modelId="{68C82FE4-005C-4176-B224-5F34CABEB9F0}" type="pres">
      <dgm:prSet presAssocID="{CBE4ACF5-7316-45EF-A076-55EE68FA0F71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0AC3BF03-E01D-46D6-905E-75882B0B98D8}" type="presOf" srcId="{AFFDDC36-43D9-4736-BF9C-F7967B04779B}" destId="{7EE2FCD0-1449-4B05-9F87-0519ECDA6962}" srcOrd="0" destOrd="0" presId="urn:microsoft.com/office/officeart/2018/2/layout/IconVerticalSolidList"/>
    <dgm:cxn modelId="{DC69EF19-3930-47C7-A4FE-1D4986756890}" type="presOf" srcId="{CB0CAE6E-1FE0-402A-A530-4D2927128884}" destId="{6520C10C-F747-4112-8817-BCA6EAB6A93D}" srcOrd="0" destOrd="0" presId="urn:microsoft.com/office/officeart/2018/2/layout/IconVerticalSolidList"/>
    <dgm:cxn modelId="{29C86F30-570B-41D1-A0D7-262150EFDE41}" srcId="{CB0CAE6E-1FE0-402A-A530-4D2927128884}" destId="{AAB38796-FBDD-4BB1-AC99-BAE3FA68492F}" srcOrd="2" destOrd="0" parTransId="{5697C923-692D-48D8-83AA-622BF50A00C4}" sibTransId="{EBDA83B8-F713-444A-A571-63BC2DFF5011}"/>
    <dgm:cxn modelId="{F2CDFC5C-3C33-4E52-8745-36ABF46C3B30}" srcId="{CB0CAE6E-1FE0-402A-A530-4D2927128884}" destId="{CBE4ACF5-7316-45EF-A076-55EE68FA0F71}" srcOrd="7" destOrd="0" parTransId="{433FDE35-554F-47F9-AC02-E8667144F785}" sibTransId="{013A0FA7-2A79-4B5A-BF3E-A7138D33E239}"/>
    <dgm:cxn modelId="{E5CD7461-B146-4C6F-A6EE-08F1ACE31BC9}" type="presOf" srcId="{7B87F193-A4F6-4100-BD63-51E41BA1CA61}" destId="{2144802D-445C-4839-B9C1-2589528FFF4E}" srcOrd="0" destOrd="0" presId="urn:microsoft.com/office/officeart/2018/2/layout/IconVerticalSolidList"/>
    <dgm:cxn modelId="{5BB76648-6C13-4132-99C8-80D54C7322E9}" srcId="{CB0CAE6E-1FE0-402A-A530-4D2927128884}" destId="{A5246710-51A4-4011-86DD-AB4BA0FAAD94}" srcOrd="0" destOrd="0" parTransId="{BF189FE9-5C57-4CB0-B7F5-4956A5AE1B81}" sibTransId="{99311037-0346-46C8-8CAE-51C169B00CF4}"/>
    <dgm:cxn modelId="{FED88975-A446-4A1A-BC3E-B586A7AF1092}" srcId="{CB0CAE6E-1FE0-402A-A530-4D2927128884}" destId="{7B87F193-A4F6-4100-BD63-51E41BA1CA61}" srcOrd="5" destOrd="0" parTransId="{1E9DF00A-FCE6-4D7A-90D7-AC312D120E83}" sibTransId="{CE811523-9D7B-461F-A330-A4DD677E933D}"/>
    <dgm:cxn modelId="{4A61197F-B2D3-414D-A502-E589470170FA}" type="presOf" srcId="{7B590207-0E0E-4C9B-9434-462D53EFF45C}" destId="{8932D593-243D-4E89-AED5-577F2D1D2E79}" srcOrd="0" destOrd="0" presId="urn:microsoft.com/office/officeart/2018/2/layout/IconVerticalSolidList"/>
    <dgm:cxn modelId="{DD1C748C-2010-40E2-BFAC-8E1BF2E072E0}" type="presOf" srcId="{A5246710-51A4-4011-86DD-AB4BA0FAAD94}" destId="{EA887FEB-D4E7-4F32-AB1B-9B99E44E41BA}" srcOrd="0" destOrd="0" presId="urn:microsoft.com/office/officeart/2018/2/layout/IconVerticalSolidList"/>
    <dgm:cxn modelId="{6874B1A6-7502-403A-9AD6-7EFC099F8696}" type="presOf" srcId="{E1454030-A152-4DB4-98CB-1FCA5E454797}" destId="{C3518486-225B-4B07-AEBC-6569F681DA85}" srcOrd="0" destOrd="0" presId="urn:microsoft.com/office/officeart/2018/2/layout/IconVerticalSolidList"/>
    <dgm:cxn modelId="{B624F3B8-1562-43FC-A4B3-48F2256A566D}" srcId="{CB0CAE6E-1FE0-402A-A530-4D2927128884}" destId="{7B590207-0E0E-4C9B-9434-462D53EFF45C}" srcOrd="6" destOrd="0" parTransId="{B1FA5CC8-767B-4CF6-8727-48DC3822A118}" sibTransId="{7908BB06-B4C1-483C-92ED-0B5313A894D2}"/>
    <dgm:cxn modelId="{575B71BA-4486-43B8-9355-5EC65A74BC49}" type="presOf" srcId="{AAB38796-FBDD-4BB1-AC99-BAE3FA68492F}" destId="{0FBFF807-4AC6-426E-BC75-C7BC8CAE2303}" srcOrd="0" destOrd="0" presId="urn:microsoft.com/office/officeart/2018/2/layout/IconVerticalSolidList"/>
    <dgm:cxn modelId="{19E795C1-5414-4B23-9A0D-D583040CFB90}" srcId="{CB0CAE6E-1FE0-402A-A530-4D2927128884}" destId="{AFFDDC36-43D9-4736-BF9C-F7967B04779B}" srcOrd="4" destOrd="0" parTransId="{1805CAEE-88AB-46E0-A027-22E5F12CA792}" sibTransId="{837476FF-0F16-4B1C-B78F-0AA58350EA15}"/>
    <dgm:cxn modelId="{915983D0-BFF0-4B27-A640-317541A26A4E}" type="presOf" srcId="{CBE4ACF5-7316-45EF-A076-55EE68FA0F71}" destId="{68C82FE4-005C-4176-B224-5F34CABEB9F0}" srcOrd="0" destOrd="0" presId="urn:microsoft.com/office/officeart/2018/2/layout/IconVerticalSolidList"/>
    <dgm:cxn modelId="{BE63F2E7-8E9D-4F39-A7B0-EAAF608B7BCD}" type="presOf" srcId="{DC4A94CE-4C54-4E1C-9E77-E07F2DDDADCC}" destId="{171122CD-B6B6-467A-8617-7C5CA051AC4A}" srcOrd="0" destOrd="0" presId="urn:microsoft.com/office/officeart/2018/2/layout/IconVerticalSolidList"/>
    <dgm:cxn modelId="{5A7924F0-AA37-4576-949D-81B4A58A1F39}" srcId="{CB0CAE6E-1FE0-402A-A530-4D2927128884}" destId="{DC4A94CE-4C54-4E1C-9E77-E07F2DDDADCC}" srcOrd="1" destOrd="0" parTransId="{050A6ABC-38D6-4204-B6BE-A072ED50FD46}" sibTransId="{97A3CC23-E23B-424F-8E69-B24FCBAFB2D5}"/>
    <dgm:cxn modelId="{1A533EF1-4C5E-4048-9E0B-7E8253D40E73}" srcId="{CB0CAE6E-1FE0-402A-A530-4D2927128884}" destId="{E1454030-A152-4DB4-98CB-1FCA5E454797}" srcOrd="3" destOrd="0" parTransId="{E3FB4455-0BB9-4B1F-986A-39291A36748E}" sibTransId="{8D4B5B8D-1F9C-49BE-A5D5-68E0E4D9C609}"/>
    <dgm:cxn modelId="{B6F26A9A-D3D3-4644-8D1E-BBEB17E79CD5}" type="presParOf" srcId="{6520C10C-F747-4112-8817-BCA6EAB6A93D}" destId="{97C8ECC2-40C4-49BB-B68D-885661F11A72}" srcOrd="0" destOrd="0" presId="urn:microsoft.com/office/officeart/2018/2/layout/IconVerticalSolidList"/>
    <dgm:cxn modelId="{7C40AEFC-173F-43D5-A7DD-DA2006A087C1}" type="presParOf" srcId="{97C8ECC2-40C4-49BB-B68D-885661F11A72}" destId="{A7E35B5E-67DA-4891-A847-15CB6DFAB063}" srcOrd="0" destOrd="0" presId="urn:microsoft.com/office/officeart/2018/2/layout/IconVerticalSolidList"/>
    <dgm:cxn modelId="{D0D26E73-64AD-47C2-8E1B-77B2B535BA60}" type="presParOf" srcId="{97C8ECC2-40C4-49BB-B68D-885661F11A72}" destId="{DFD4BAC9-578A-4EB7-B8F5-073A8C0ECFF4}" srcOrd="1" destOrd="0" presId="urn:microsoft.com/office/officeart/2018/2/layout/IconVerticalSolidList"/>
    <dgm:cxn modelId="{4B4AB730-3ED9-4679-A19C-221FF7672262}" type="presParOf" srcId="{97C8ECC2-40C4-49BB-B68D-885661F11A72}" destId="{932F6B73-1FED-4474-98F0-547338397D9A}" srcOrd="2" destOrd="0" presId="urn:microsoft.com/office/officeart/2018/2/layout/IconVerticalSolidList"/>
    <dgm:cxn modelId="{90EC8BCB-7C3E-4DFD-85CB-2217BB7891B5}" type="presParOf" srcId="{97C8ECC2-40C4-49BB-B68D-885661F11A72}" destId="{EA887FEB-D4E7-4F32-AB1B-9B99E44E41BA}" srcOrd="3" destOrd="0" presId="urn:microsoft.com/office/officeart/2018/2/layout/IconVerticalSolidList"/>
    <dgm:cxn modelId="{6E50A00B-EE70-45A1-8834-309AD964EE00}" type="presParOf" srcId="{6520C10C-F747-4112-8817-BCA6EAB6A93D}" destId="{7DD4EE38-2FA7-4846-AED4-D431E4B7F477}" srcOrd="1" destOrd="0" presId="urn:microsoft.com/office/officeart/2018/2/layout/IconVerticalSolidList"/>
    <dgm:cxn modelId="{81C84345-8226-43B0-914C-93881E7EA277}" type="presParOf" srcId="{6520C10C-F747-4112-8817-BCA6EAB6A93D}" destId="{BF9AC87D-363B-4D56-8C9A-30FF6AC49414}" srcOrd="2" destOrd="0" presId="urn:microsoft.com/office/officeart/2018/2/layout/IconVerticalSolidList"/>
    <dgm:cxn modelId="{F2968A85-2320-428A-A5E8-7F139B3CD157}" type="presParOf" srcId="{BF9AC87D-363B-4D56-8C9A-30FF6AC49414}" destId="{244B1538-C01B-432B-B4D7-E6B55B73A2A4}" srcOrd="0" destOrd="0" presId="urn:microsoft.com/office/officeart/2018/2/layout/IconVerticalSolidList"/>
    <dgm:cxn modelId="{3880E23C-9065-4FFA-BC96-CD5D27754BED}" type="presParOf" srcId="{BF9AC87D-363B-4D56-8C9A-30FF6AC49414}" destId="{F417391D-4BFB-43DA-B910-880A147CE67D}" srcOrd="1" destOrd="0" presId="urn:microsoft.com/office/officeart/2018/2/layout/IconVerticalSolidList"/>
    <dgm:cxn modelId="{5DC98B24-58DD-4868-BF07-759953D09B0B}" type="presParOf" srcId="{BF9AC87D-363B-4D56-8C9A-30FF6AC49414}" destId="{9BE9AAE8-E8C2-4F52-A43C-4D1419038E8E}" srcOrd="2" destOrd="0" presId="urn:microsoft.com/office/officeart/2018/2/layout/IconVerticalSolidList"/>
    <dgm:cxn modelId="{D215E122-D003-4C70-B60D-B23AEAF3D75F}" type="presParOf" srcId="{BF9AC87D-363B-4D56-8C9A-30FF6AC49414}" destId="{171122CD-B6B6-467A-8617-7C5CA051AC4A}" srcOrd="3" destOrd="0" presId="urn:microsoft.com/office/officeart/2018/2/layout/IconVerticalSolidList"/>
    <dgm:cxn modelId="{B62ADF40-0448-4F2C-AC54-9F2547132BD4}" type="presParOf" srcId="{6520C10C-F747-4112-8817-BCA6EAB6A93D}" destId="{8D68252B-AEA4-4D23-96AE-42F2F1FBAF50}" srcOrd="3" destOrd="0" presId="urn:microsoft.com/office/officeart/2018/2/layout/IconVerticalSolidList"/>
    <dgm:cxn modelId="{1530C0F7-75DC-4FE7-B1AF-BA77E6F595C6}" type="presParOf" srcId="{6520C10C-F747-4112-8817-BCA6EAB6A93D}" destId="{1BED73E5-8F07-4CA4-B328-CE1149CD3F8B}" srcOrd="4" destOrd="0" presId="urn:microsoft.com/office/officeart/2018/2/layout/IconVerticalSolidList"/>
    <dgm:cxn modelId="{6570230D-6E67-4F37-B52C-DC9CFA133004}" type="presParOf" srcId="{1BED73E5-8F07-4CA4-B328-CE1149CD3F8B}" destId="{2E6E6D1B-DE4E-41BA-A3B3-D8B5B60D3F4A}" srcOrd="0" destOrd="0" presId="urn:microsoft.com/office/officeart/2018/2/layout/IconVerticalSolidList"/>
    <dgm:cxn modelId="{1172E8DA-9DF0-4887-895D-F6CBD918C0FA}" type="presParOf" srcId="{1BED73E5-8F07-4CA4-B328-CE1149CD3F8B}" destId="{1DDD9E0A-7724-463E-9C91-9201C8687FFF}" srcOrd="1" destOrd="0" presId="urn:microsoft.com/office/officeart/2018/2/layout/IconVerticalSolidList"/>
    <dgm:cxn modelId="{FCF1CEC1-4D81-4CF0-8E57-1EEE9BD8FC2C}" type="presParOf" srcId="{1BED73E5-8F07-4CA4-B328-CE1149CD3F8B}" destId="{19CB9894-ADD8-4C58-833D-83DCB48263EA}" srcOrd="2" destOrd="0" presId="urn:microsoft.com/office/officeart/2018/2/layout/IconVerticalSolidList"/>
    <dgm:cxn modelId="{5AEBCF50-673E-431A-A752-59FAB8C0ECC4}" type="presParOf" srcId="{1BED73E5-8F07-4CA4-B328-CE1149CD3F8B}" destId="{0FBFF807-4AC6-426E-BC75-C7BC8CAE2303}" srcOrd="3" destOrd="0" presId="urn:microsoft.com/office/officeart/2018/2/layout/IconVerticalSolidList"/>
    <dgm:cxn modelId="{31E551C2-F8A6-403C-8EDF-8CE1BA6C4A9A}" type="presParOf" srcId="{6520C10C-F747-4112-8817-BCA6EAB6A93D}" destId="{6CEA2DB8-E19C-4CF9-AB74-1465A4B340AD}" srcOrd="5" destOrd="0" presId="urn:microsoft.com/office/officeart/2018/2/layout/IconVerticalSolidList"/>
    <dgm:cxn modelId="{9092AD91-41BF-4817-9EBE-46F6B377ACC8}" type="presParOf" srcId="{6520C10C-F747-4112-8817-BCA6EAB6A93D}" destId="{EC9F51DD-F3E6-478A-8C0F-6E7F48765A6A}" srcOrd="6" destOrd="0" presId="urn:microsoft.com/office/officeart/2018/2/layout/IconVerticalSolidList"/>
    <dgm:cxn modelId="{64313A38-8E4C-465F-8E8F-21C7BDDA4B61}" type="presParOf" srcId="{EC9F51DD-F3E6-478A-8C0F-6E7F48765A6A}" destId="{5DCB9187-F3A7-457D-80A1-138B826182A3}" srcOrd="0" destOrd="0" presId="urn:microsoft.com/office/officeart/2018/2/layout/IconVerticalSolidList"/>
    <dgm:cxn modelId="{B5900021-A72E-4B5A-A818-287B4E9D907D}" type="presParOf" srcId="{EC9F51DD-F3E6-478A-8C0F-6E7F48765A6A}" destId="{270BE990-A74B-45FB-B9D4-E93EF313649E}" srcOrd="1" destOrd="0" presId="urn:microsoft.com/office/officeart/2018/2/layout/IconVerticalSolidList"/>
    <dgm:cxn modelId="{D10F77FC-9236-4A05-B94A-47186F103EED}" type="presParOf" srcId="{EC9F51DD-F3E6-478A-8C0F-6E7F48765A6A}" destId="{481EF2D7-F25F-49A9-8F8D-8D967F3E4D85}" srcOrd="2" destOrd="0" presId="urn:microsoft.com/office/officeart/2018/2/layout/IconVerticalSolidList"/>
    <dgm:cxn modelId="{2BA717D9-09B0-46B1-B71F-A15958C7F716}" type="presParOf" srcId="{EC9F51DD-F3E6-478A-8C0F-6E7F48765A6A}" destId="{C3518486-225B-4B07-AEBC-6569F681DA85}" srcOrd="3" destOrd="0" presId="urn:microsoft.com/office/officeart/2018/2/layout/IconVerticalSolidList"/>
    <dgm:cxn modelId="{E9237396-8836-4B7B-94FA-D52C61D7F63B}" type="presParOf" srcId="{6520C10C-F747-4112-8817-BCA6EAB6A93D}" destId="{52A1F52E-89F8-42C0-96DC-DFCD20F78374}" srcOrd="7" destOrd="0" presId="urn:microsoft.com/office/officeart/2018/2/layout/IconVerticalSolidList"/>
    <dgm:cxn modelId="{B63653D2-EA83-4B76-ACE2-60638489EC60}" type="presParOf" srcId="{6520C10C-F747-4112-8817-BCA6EAB6A93D}" destId="{E0D7CC37-8A0A-4EDF-82E4-D845D8E3068C}" srcOrd="8" destOrd="0" presId="urn:microsoft.com/office/officeart/2018/2/layout/IconVerticalSolidList"/>
    <dgm:cxn modelId="{3150E6AE-90DD-497C-90D5-B837F45B0341}" type="presParOf" srcId="{E0D7CC37-8A0A-4EDF-82E4-D845D8E3068C}" destId="{015657EE-1607-4CBD-B198-4C6D7EC5FD06}" srcOrd="0" destOrd="0" presId="urn:microsoft.com/office/officeart/2018/2/layout/IconVerticalSolidList"/>
    <dgm:cxn modelId="{45866F95-990E-4B4F-AF0C-5ED338A11E32}" type="presParOf" srcId="{E0D7CC37-8A0A-4EDF-82E4-D845D8E3068C}" destId="{25916429-F965-4FC3-AF09-D902FDF8ABB8}" srcOrd="1" destOrd="0" presId="urn:microsoft.com/office/officeart/2018/2/layout/IconVerticalSolidList"/>
    <dgm:cxn modelId="{66EE5A51-9CC7-401A-AD83-FA77AA0AEA7C}" type="presParOf" srcId="{E0D7CC37-8A0A-4EDF-82E4-D845D8E3068C}" destId="{E6BC2666-5A59-4A6F-8E82-7F0CE0CBC641}" srcOrd="2" destOrd="0" presId="urn:microsoft.com/office/officeart/2018/2/layout/IconVerticalSolidList"/>
    <dgm:cxn modelId="{E5317B28-1FB8-4AF1-A4B2-10D096F777CB}" type="presParOf" srcId="{E0D7CC37-8A0A-4EDF-82E4-D845D8E3068C}" destId="{7EE2FCD0-1449-4B05-9F87-0519ECDA6962}" srcOrd="3" destOrd="0" presId="urn:microsoft.com/office/officeart/2018/2/layout/IconVerticalSolidList"/>
    <dgm:cxn modelId="{C01EEE0D-8E6A-4870-B6ED-8F43E68BAF23}" type="presParOf" srcId="{6520C10C-F747-4112-8817-BCA6EAB6A93D}" destId="{8DE520A0-DE32-4BDE-9422-9AADF42FB068}" srcOrd="9" destOrd="0" presId="urn:microsoft.com/office/officeart/2018/2/layout/IconVerticalSolidList"/>
    <dgm:cxn modelId="{E3A7B949-08E2-4B2E-AB6E-710EECA8A4E6}" type="presParOf" srcId="{6520C10C-F747-4112-8817-BCA6EAB6A93D}" destId="{33E599CE-0204-4F91-AA69-889A7E4CEADE}" srcOrd="10" destOrd="0" presId="urn:microsoft.com/office/officeart/2018/2/layout/IconVerticalSolidList"/>
    <dgm:cxn modelId="{E2A93D12-23EE-43DE-9CCA-55E70C278F04}" type="presParOf" srcId="{33E599CE-0204-4F91-AA69-889A7E4CEADE}" destId="{3561ACBF-F8D4-434E-AA8B-3500C1D7FE25}" srcOrd="0" destOrd="0" presId="urn:microsoft.com/office/officeart/2018/2/layout/IconVerticalSolidList"/>
    <dgm:cxn modelId="{933BCD47-ED60-4582-AD15-6573DA5AA05C}" type="presParOf" srcId="{33E599CE-0204-4F91-AA69-889A7E4CEADE}" destId="{92642EF8-9A20-455B-BC63-8EB5A36E6682}" srcOrd="1" destOrd="0" presId="urn:microsoft.com/office/officeart/2018/2/layout/IconVerticalSolidList"/>
    <dgm:cxn modelId="{FC176811-F40E-4184-A2F5-8627F68770F7}" type="presParOf" srcId="{33E599CE-0204-4F91-AA69-889A7E4CEADE}" destId="{18907D91-DBC5-4F7A-9986-1D060A8B35B3}" srcOrd="2" destOrd="0" presId="urn:microsoft.com/office/officeart/2018/2/layout/IconVerticalSolidList"/>
    <dgm:cxn modelId="{BC0F2B01-0927-48C9-A5F8-D6E479BACB14}" type="presParOf" srcId="{33E599CE-0204-4F91-AA69-889A7E4CEADE}" destId="{2144802D-445C-4839-B9C1-2589528FFF4E}" srcOrd="3" destOrd="0" presId="urn:microsoft.com/office/officeart/2018/2/layout/IconVerticalSolidList"/>
    <dgm:cxn modelId="{FC3CD79C-9C61-4335-BA1D-FB13070388C4}" type="presParOf" srcId="{6520C10C-F747-4112-8817-BCA6EAB6A93D}" destId="{CD498DAF-15E5-4119-87BD-667FCF4C40DE}" srcOrd="11" destOrd="0" presId="urn:microsoft.com/office/officeart/2018/2/layout/IconVerticalSolidList"/>
    <dgm:cxn modelId="{920324B1-7B74-4FD0-8EE0-594D986DFE9F}" type="presParOf" srcId="{6520C10C-F747-4112-8817-BCA6EAB6A93D}" destId="{9AA42D55-46F9-4CE9-B26E-DBB72094B779}" srcOrd="12" destOrd="0" presId="urn:microsoft.com/office/officeart/2018/2/layout/IconVerticalSolidList"/>
    <dgm:cxn modelId="{6723961B-5CF2-4AE6-A4CC-D6E9FFC952B8}" type="presParOf" srcId="{9AA42D55-46F9-4CE9-B26E-DBB72094B779}" destId="{4178F3D3-0FB0-45BF-8F69-7106C947258E}" srcOrd="0" destOrd="0" presId="urn:microsoft.com/office/officeart/2018/2/layout/IconVerticalSolidList"/>
    <dgm:cxn modelId="{8B37D66C-964A-4D9C-9EF4-D70232253AA2}" type="presParOf" srcId="{9AA42D55-46F9-4CE9-B26E-DBB72094B779}" destId="{EBC12595-AE06-48CB-88C4-440FE7C6DD1C}" srcOrd="1" destOrd="0" presId="urn:microsoft.com/office/officeart/2018/2/layout/IconVerticalSolidList"/>
    <dgm:cxn modelId="{A690311C-4857-420A-9535-F286441F73A0}" type="presParOf" srcId="{9AA42D55-46F9-4CE9-B26E-DBB72094B779}" destId="{90195E2D-6ADC-4B38-9BD1-E3DC35542682}" srcOrd="2" destOrd="0" presId="urn:microsoft.com/office/officeart/2018/2/layout/IconVerticalSolidList"/>
    <dgm:cxn modelId="{53B6C033-E4E8-4DC0-9431-3CEE76C1ED1A}" type="presParOf" srcId="{9AA42D55-46F9-4CE9-B26E-DBB72094B779}" destId="{8932D593-243D-4E89-AED5-577F2D1D2E79}" srcOrd="3" destOrd="0" presId="urn:microsoft.com/office/officeart/2018/2/layout/IconVerticalSolidList"/>
    <dgm:cxn modelId="{998268A7-8D66-4772-AAA0-7BF5DD0CCC74}" type="presParOf" srcId="{6520C10C-F747-4112-8817-BCA6EAB6A93D}" destId="{90220718-E0A0-4F93-9501-3DCA1D998202}" srcOrd="13" destOrd="0" presId="urn:microsoft.com/office/officeart/2018/2/layout/IconVerticalSolidList"/>
    <dgm:cxn modelId="{4B74D6A9-90A2-431B-AFB5-61A3114DF16B}" type="presParOf" srcId="{6520C10C-F747-4112-8817-BCA6EAB6A93D}" destId="{A3FDED48-010F-4162-8B17-178500E14F30}" srcOrd="14" destOrd="0" presId="urn:microsoft.com/office/officeart/2018/2/layout/IconVerticalSolidList"/>
    <dgm:cxn modelId="{DF377CF9-D5F0-4E28-A6AF-F82BED7EBF11}" type="presParOf" srcId="{A3FDED48-010F-4162-8B17-178500E14F30}" destId="{D63F21B4-EC7C-4CEE-92EB-E08BBE5838C8}" srcOrd="0" destOrd="0" presId="urn:microsoft.com/office/officeart/2018/2/layout/IconVerticalSolidList"/>
    <dgm:cxn modelId="{110919C7-A8D5-496E-A3B5-CA2F96B8C113}" type="presParOf" srcId="{A3FDED48-010F-4162-8B17-178500E14F30}" destId="{B39A31DD-7CD7-41A2-8BCD-AF0F235F7686}" srcOrd="1" destOrd="0" presId="urn:microsoft.com/office/officeart/2018/2/layout/IconVerticalSolidList"/>
    <dgm:cxn modelId="{733C9CE0-B3FB-4935-9ED6-578BB4E8768A}" type="presParOf" srcId="{A3FDED48-010F-4162-8B17-178500E14F30}" destId="{BE9A58F5-B8B9-49EC-A238-7742731B20AA}" srcOrd="2" destOrd="0" presId="urn:microsoft.com/office/officeart/2018/2/layout/IconVerticalSolidList"/>
    <dgm:cxn modelId="{24F33143-4011-48A7-A7BA-16BC4CA21D63}" type="presParOf" srcId="{A3FDED48-010F-4162-8B17-178500E14F30}" destId="{68C82FE4-005C-4176-B224-5F34CABEB9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6BCA7B-61F1-4A4A-BB8E-0F353919DE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B4834DC-1E29-4C68-80A7-57E6490A2A17}">
      <dgm:prSet/>
      <dgm:spPr/>
      <dgm:t>
        <a:bodyPr/>
        <a:lstStyle/>
        <a:p>
          <a:r>
            <a:rPr lang="en-US"/>
            <a:t>Objective: Predict students' average score and pass/fail outcome.</a:t>
          </a:r>
        </a:p>
      </dgm:t>
    </dgm:pt>
    <dgm:pt modelId="{549719DA-5148-42A7-A8F5-A8BB26AF0026}" type="parTrans" cxnId="{0B4B9AB6-E03C-4161-B2A4-263EE47B8275}">
      <dgm:prSet/>
      <dgm:spPr/>
      <dgm:t>
        <a:bodyPr/>
        <a:lstStyle/>
        <a:p>
          <a:endParaRPr lang="en-US"/>
        </a:p>
      </dgm:t>
    </dgm:pt>
    <dgm:pt modelId="{D6A82DDA-AF92-4A10-99BA-634299E5852F}" type="sibTrans" cxnId="{0B4B9AB6-E03C-4161-B2A4-263EE47B8275}">
      <dgm:prSet/>
      <dgm:spPr/>
      <dgm:t>
        <a:bodyPr/>
        <a:lstStyle/>
        <a:p>
          <a:endParaRPr lang="en-US"/>
        </a:p>
      </dgm:t>
    </dgm:pt>
    <dgm:pt modelId="{5C21F467-218B-4F17-AE64-F71C2263EBEB}">
      <dgm:prSet/>
      <dgm:spPr/>
      <dgm:t>
        <a:bodyPr/>
        <a:lstStyle/>
        <a:p>
          <a:r>
            <a:rPr lang="en-US"/>
            <a:t>Business Relevance: Early interventions and improved academic support.</a:t>
          </a:r>
        </a:p>
      </dgm:t>
    </dgm:pt>
    <dgm:pt modelId="{66424180-B518-4C55-B4F0-81E50F6FBD04}" type="parTrans" cxnId="{7DCFB23E-D868-44E5-9220-F1923A841FE0}">
      <dgm:prSet/>
      <dgm:spPr/>
      <dgm:t>
        <a:bodyPr/>
        <a:lstStyle/>
        <a:p>
          <a:endParaRPr lang="en-US"/>
        </a:p>
      </dgm:t>
    </dgm:pt>
    <dgm:pt modelId="{CBB17897-0C43-4C6E-8C90-B0F3D6E62579}" type="sibTrans" cxnId="{7DCFB23E-D868-44E5-9220-F1923A841FE0}">
      <dgm:prSet/>
      <dgm:spPr/>
      <dgm:t>
        <a:bodyPr/>
        <a:lstStyle/>
        <a:p>
          <a:endParaRPr lang="en-US"/>
        </a:p>
      </dgm:t>
    </dgm:pt>
    <dgm:pt modelId="{13AD38C2-D82B-4290-9E04-FF1C52F346FD}">
      <dgm:prSet/>
      <dgm:spPr/>
      <dgm:t>
        <a:bodyPr/>
        <a:lstStyle/>
        <a:p>
          <a:r>
            <a:rPr lang="en-US"/>
            <a:t>Helps institutions identify patterns for success.</a:t>
          </a:r>
        </a:p>
      </dgm:t>
    </dgm:pt>
    <dgm:pt modelId="{9F02613D-2344-4B8F-B644-37ED9A8D610F}" type="parTrans" cxnId="{2A4504B7-3AF4-49A2-8672-C8DF0FE4503E}">
      <dgm:prSet/>
      <dgm:spPr/>
      <dgm:t>
        <a:bodyPr/>
        <a:lstStyle/>
        <a:p>
          <a:endParaRPr lang="en-US"/>
        </a:p>
      </dgm:t>
    </dgm:pt>
    <dgm:pt modelId="{76EB8255-2770-45DF-B4CE-4C67FBA78581}" type="sibTrans" cxnId="{2A4504B7-3AF4-49A2-8672-C8DF0FE4503E}">
      <dgm:prSet/>
      <dgm:spPr/>
      <dgm:t>
        <a:bodyPr/>
        <a:lstStyle/>
        <a:p>
          <a:endParaRPr lang="en-US"/>
        </a:p>
      </dgm:t>
    </dgm:pt>
    <dgm:pt modelId="{41EA15BF-7A1A-44D9-A518-4EE9EF540186}" type="pres">
      <dgm:prSet presAssocID="{4C6BCA7B-61F1-4A4A-BB8E-0F353919DE17}" presName="root" presStyleCnt="0">
        <dgm:presLayoutVars>
          <dgm:dir/>
          <dgm:resizeHandles val="exact"/>
        </dgm:presLayoutVars>
      </dgm:prSet>
      <dgm:spPr/>
    </dgm:pt>
    <dgm:pt modelId="{A5AB1ADF-3C0A-4FC6-995B-6102AFC9FA4D}" type="pres">
      <dgm:prSet presAssocID="{4B4834DC-1E29-4C68-80A7-57E6490A2A17}" presName="compNode" presStyleCnt="0"/>
      <dgm:spPr/>
    </dgm:pt>
    <dgm:pt modelId="{0E441FC9-940B-46F2-B972-BA9A358A3AEF}" type="pres">
      <dgm:prSet presAssocID="{4B4834DC-1E29-4C68-80A7-57E6490A2A17}" presName="bgRect" presStyleLbl="bgShp" presStyleIdx="0" presStyleCnt="3"/>
      <dgm:spPr/>
    </dgm:pt>
    <dgm:pt modelId="{E0B28E8A-C60E-42C6-A74B-5C859D524F17}" type="pres">
      <dgm:prSet presAssocID="{4B4834DC-1E29-4C68-80A7-57E6490A2A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EB249D3-6DF8-44C7-9C9A-C3C180478E07}" type="pres">
      <dgm:prSet presAssocID="{4B4834DC-1E29-4C68-80A7-57E6490A2A17}" presName="spaceRect" presStyleCnt="0"/>
      <dgm:spPr/>
    </dgm:pt>
    <dgm:pt modelId="{EBEE900B-6719-456C-A492-EC4A899E6187}" type="pres">
      <dgm:prSet presAssocID="{4B4834DC-1E29-4C68-80A7-57E6490A2A17}" presName="parTx" presStyleLbl="revTx" presStyleIdx="0" presStyleCnt="3">
        <dgm:presLayoutVars>
          <dgm:chMax val="0"/>
          <dgm:chPref val="0"/>
        </dgm:presLayoutVars>
      </dgm:prSet>
      <dgm:spPr/>
    </dgm:pt>
    <dgm:pt modelId="{AA605A82-AFC5-4828-B688-F073477195CA}" type="pres">
      <dgm:prSet presAssocID="{D6A82DDA-AF92-4A10-99BA-634299E5852F}" presName="sibTrans" presStyleCnt="0"/>
      <dgm:spPr/>
    </dgm:pt>
    <dgm:pt modelId="{0C2E2AAD-CEC7-454B-973D-874A3434A0B1}" type="pres">
      <dgm:prSet presAssocID="{5C21F467-218B-4F17-AE64-F71C2263EBEB}" presName="compNode" presStyleCnt="0"/>
      <dgm:spPr/>
    </dgm:pt>
    <dgm:pt modelId="{AD448B87-43E4-4872-AF27-A2C4800BAC40}" type="pres">
      <dgm:prSet presAssocID="{5C21F467-218B-4F17-AE64-F71C2263EBEB}" presName="bgRect" presStyleLbl="bgShp" presStyleIdx="1" presStyleCnt="3"/>
      <dgm:spPr/>
    </dgm:pt>
    <dgm:pt modelId="{AB780666-5EDB-43A7-AD71-337FAB3CA941}" type="pres">
      <dgm:prSet presAssocID="{5C21F467-218B-4F17-AE64-F71C2263EB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83451E3-A41F-40CD-BB40-096994448B6D}" type="pres">
      <dgm:prSet presAssocID="{5C21F467-218B-4F17-AE64-F71C2263EBEB}" presName="spaceRect" presStyleCnt="0"/>
      <dgm:spPr/>
    </dgm:pt>
    <dgm:pt modelId="{2CE02073-94AD-4E9E-AF56-9CFC2A9F018A}" type="pres">
      <dgm:prSet presAssocID="{5C21F467-218B-4F17-AE64-F71C2263EBEB}" presName="parTx" presStyleLbl="revTx" presStyleIdx="1" presStyleCnt="3">
        <dgm:presLayoutVars>
          <dgm:chMax val="0"/>
          <dgm:chPref val="0"/>
        </dgm:presLayoutVars>
      </dgm:prSet>
      <dgm:spPr/>
    </dgm:pt>
    <dgm:pt modelId="{0A3E3994-C9CA-4210-B265-DE4A37CDCEE1}" type="pres">
      <dgm:prSet presAssocID="{CBB17897-0C43-4C6E-8C90-B0F3D6E62579}" presName="sibTrans" presStyleCnt="0"/>
      <dgm:spPr/>
    </dgm:pt>
    <dgm:pt modelId="{34D6746B-4C18-4EC1-AEBE-0BACE50F610B}" type="pres">
      <dgm:prSet presAssocID="{13AD38C2-D82B-4290-9E04-FF1C52F346FD}" presName="compNode" presStyleCnt="0"/>
      <dgm:spPr/>
    </dgm:pt>
    <dgm:pt modelId="{782DDE6C-EF1D-4F1C-BA4A-1C8DE7526942}" type="pres">
      <dgm:prSet presAssocID="{13AD38C2-D82B-4290-9E04-FF1C52F346FD}" presName="bgRect" presStyleLbl="bgShp" presStyleIdx="2" presStyleCnt="3"/>
      <dgm:spPr/>
    </dgm:pt>
    <dgm:pt modelId="{048F755A-12A7-42D2-BB0B-7CDBC2B15D91}" type="pres">
      <dgm:prSet presAssocID="{13AD38C2-D82B-4290-9E04-FF1C52F346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CFBEC83-C15B-4966-BD83-38FF031C225B}" type="pres">
      <dgm:prSet presAssocID="{13AD38C2-D82B-4290-9E04-FF1C52F346FD}" presName="spaceRect" presStyleCnt="0"/>
      <dgm:spPr/>
    </dgm:pt>
    <dgm:pt modelId="{1278249A-20BE-46B3-B762-20D1EB29D61F}" type="pres">
      <dgm:prSet presAssocID="{13AD38C2-D82B-4290-9E04-FF1C52F346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010CB07-46B8-47B3-8226-78C61E7D85F8}" type="presOf" srcId="{4C6BCA7B-61F1-4A4A-BB8E-0F353919DE17}" destId="{41EA15BF-7A1A-44D9-A518-4EE9EF540186}" srcOrd="0" destOrd="0" presId="urn:microsoft.com/office/officeart/2018/2/layout/IconVerticalSolidList"/>
    <dgm:cxn modelId="{EF7F711B-7F8A-4E13-BA29-E38D1CEB92CB}" type="presOf" srcId="{5C21F467-218B-4F17-AE64-F71C2263EBEB}" destId="{2CE02073-94AD-4E9E-AF56-9CFC2A9F018A}" srcOrd="0" destOrd="0" presId="urn:microsoft.com/office/officeart/2018/2/layout/IconVerticalSolidList"/>
    <dgm:cxn modelId="{7DCFB23E-D868-44E5-9220-F1923A841FE0}" srcId="{4C6BCA7B-61F1-4A4A-BB8E-0F353919DE17}" destId="{5C21F467-218B-4F17-AE64-F71C2263EBEB}" srcOrd="1" destOrd="0" parTransId="{66424180-B518-4C55-B4F0-81E50F6FBD04}" sibTransId="{CBB17897-0C43-4C6E-8C90-B0F3D6E62579}"/>
    <dgm:cxn modelId="{959A4E61-5A36-4429-8FEB-4B29F7BED4ED}" type="presOf" srcId="{13AD38C2-D82B-4290-9E04-FF1C52F346FD}" destId="{1278249A-20BE-46B3-B762-20D1EB29D61F}" srcOrd="0" destOrd="0" presId="urn:microsoft.com/office/officeart/2018/2/layout/IconVerticalSolidList"/>
    <dgm:cxn modelId="{44452377-DB95-4D6B-AA7D-39238015A1DE}" type="presOf" srcId="{4B4834DC-1E29-4C68-80A7-57E6490A2A17}" destId="{EBEE900B-6719-456C-A492-EC4A899E6187}" srcOrd="0" destOrd="0" presId="urn:microsoft.com/office/officeart/2018/2/layout/IconVerticalSolidList"/>
    <dgm:cxn modelId="{0B4B9AB6-E03C-4161-B2A4-263EE47B8275}" srcId="{4C6BCA7B-61F1-4A4A-BB8E-0F353919DE17}" destId="{4B4834DC-1E29-4C68-80A7-57E6490A2A17}" srcOrd="0" destOrd="0" parTransId="{549719DA-5148-42A7-A8F5-A8BB26AF0026}" sibTransId="{D6A82DDA-AF92-4A10-99BA-634299E5852F}"/>
    <dgm:cxn modelId="{2A4504B7-3AF4-49A2-8672-C8DF0FE4503E}" srcId="{4C6BCA7B-61F1-4A4A-BB8E-0F353919DE17}" destId="{13AD38C2-D82B-4290-9E04-FF1C52F346FD}" srcOrd="2" destOrd="0" parTransId="{9F02613D-2344-4B8F-B644-37ED9A8D610F}" sibTransId="{76EB8255-2770-45DF-B4CE-4C67FBA78581}"/>
    <dgm:cxn modelId="{21973D5F-EB69-4635-B77B-63661619E2AE}" type="presParOf" srcId="{41EA15BF-7A1A-44D9-A518-4EE9EF540186}" destId="{A5AB1ADF-3C0A-4FC6-995B-6102AFC9FA4D}" srcOrd="0" destOrd="0" presId="urn:microsoft.com/office/officeart/2018/2/layout/IconVerticalSolidList"/>
    <dgm:cxn modelId="{EFF0AEA8-0AB3-4471-A74C-E007EEE585FF}" type="presParOf" srcId="{A5AB1ADF-3C0A-4FC6-995B-6102AFC9FA4D}" destId="{0E441FC9-940B-46F2-B972-BA9A358A3AEF}" srcOrd="0" destOrd="0" presId="urn:microsoft.com/office/officeart/2018/2/layout/IconVerticalSolidList"/>
    <dgm:cxn modelId="{08B2E2F8-328C-4B7D-8F57-48A8545BF384}" type="presParOf" srcId="{A5AB1ADF-3C0A-4FC6-995B-6102AFC9FA4D}" destId="{E0B28E8A-C60E-42C6-A74B-5C859D524F17}" srcOrd="1" destOrd="0" presId="urn:microsoft.com/office/officeart/2018/2/layout/IconVerticalSolidList"/>
    <dgm:cxn modelId="{56BD645F-74D5-493F-8691-20421F82D809}" type="presParOf" srcId="{A5AB1ADF-3C0A-4FC6-995B-6102AFC9FA4D}" destId="{1EB249D3-6DF8-44C7-9C9A-C3C180478E07}" srcOrd="2" destOrd="0" presId="urn:microsoft.com/office/officeart/2018/2/layout/IconVerticalSolidList"/>
    <dgm:cxn modelId="{29D11D74-730E-4569-A070-6DD86D375568}" type="presParOf" srcId="{A5AB1ADF-3C0A-4FC6-995B-6102AFC9FA4D}" destId="{EBEE900B-6719-456C-A492-EC4A899E6187}" srcOrd="3" destOrd="0" presId="urn:microsoft.com/office/officeart/2018/2/layout/IconVerticalSolidList"/>
    <dgm:cxn modelId="{08512A44-1321-4907-A4CD-BEED79F72B99}" type="presParOf" srcId="{41EA15BF-7A1A-44D9-A518-4EE9EF540186}" destId="{AA605A82-AFC5-4828-B688-F073477195CA}" srcOrd="1" destOrd="0" presId="urn:microsoft.com/office/officeart/2018/2/layout/IconVerticalSolidList"/>
    <dgm:cxn modelId="{A288DA2E-C699-4FB9-80A9-586C447C2822}" type="presParOf" srcId="{41EA15BF-7A1A-44D9-A518-4EE9EF540186}" destId="{0C2E2AAD-CEC7-454B-973D-874A3434A0B1}" srcOrd="2" destOrd="0" presId="urn:microsoft.com/office/officeart/2018/2/layout/IconVerticalSolidList"/>
    <dgm:cxn modelId="{7537DD91-68CA-4F53-8375-1218D8EE1AC1}" type="presParOf" srcId="{0C2E2AAD-CEC7-454B-973D-874A3434A0B1}" destId="{AD448B87-43E4-4872-AF27-A2C4800BAC40}" srcOrd="0" destOrd="0" presId="urn:microsoft.com/office/officeart/2018/2/layout/IconVerticalSolidList"/>
    <dgm:cxn modelId="{FF24D74B-6982-4466-BBD4-8690A911CFF8}" type="presParOf" srcId="{0C2E2AAD-CEC7-454B-973D-874A3434A0B1}" destId="{AB780666-5EDB-43A7-AD71-337FAB3CA941}" srcOrd="1" destOrd="0" presId="urn:microsoft.com/office/officeart/2018/2/layout/IconVerticalSolidList"/>
    <dgm:cxn modelId="{706177AF-40EA-4F3D-8C2B-DF784514EEF9}" type="presParOf" srcId="{0C2E2AAD-CEC7-454B-973D-874A3434A0B1}" destId="{283451E3-A41F-40CD-BB40-096994448B6D}" srcOrd="2" destOrd="0" presId="urn:microsoft.com/office/officeart/2018/2/layout/IconVerticalSolidList"/>
    <dgm:cxn modelId="{EE8401F0-FBA7-49D2-8B32-44A085718BE4}" type="presParOf" srcId="{0C2E2AAD-CEC7-454B-973D-874A3434A0B1}" destId="{2CE02073-94AD-4E9E-AF56-9CFC2A9F018A}" srcOrd="3" destOrd="0" presId="urn:microsoft.com/office/officeart/2018/2/layout/IconVerticalSolidList"/>
    <dgm:cxn modelId="{94CAC8D9-99AE-4C60-9183-41B449AD3AB2}" type="presParOf" srcId="{41EA15BF-7A1A-44D9-A518-4EE9EF540186}" destId="{0A3E3994-C9CA-4210-B265-DE4A37CDCEE1}" srcOrd="3" destOrd="0" presId="urn:microsoft.com/office/officeart/2018/2/layout/IconVerticalSolidList"/>
    <dgm:cxn modelId="{53A6C0E7-B8D1-4BF6-95A5-027F0273D264}" type="presParOf" srcId="{41EA15BF-7A1A-44D9-A518-4EE9EF540186}" destId="{34D6746B-4C18-4EC1-AEBE-0BACE50F610B}" srcOrd="4" destOrd="0" presId="urn:microsoft.com/office/officeart/2018/2/layout/IconVerticalSolidList"/>
    <dgm:cxn modelId="{7B335ED4-4FD9-4678-89DE-24D90A551033}" type="presParOf" srcId="{34D6746B-4C18-4EC1-AEBE-0BACE50F610B}" destId="{782DDE6C-EF1D-4F1C-BA4A-1C8DE7526942}" srcOrd="0" destOrd="0" presId="urn:microsoft.com/office/officeart/2018/2/layout/IconVerticalSolidList"/>
    <dgm:cxn modelId="{F5DAD763-681E-44A7-B3BE-4E519566CEAE}" type="presParOf" srcId="{34D6746B-4C18-4EC1-AEBE-0BACE50F610B}" destId="{048F755A-12A7-42D2-BB0B-7CDBC2B15D91}" srcOrd="1" destOrd="0" presId="urn:microsoft.com/office/officeart/2018/2/layout/IconVerticalSolidList"/>
    <dgm:cxn modelId="{E8CAC383-7C9E-4977-B81F-4CE58F24D5E9}" type="presParOf" srcId="{34D6746B-4C18-4EC1-AEBE-0BACE50F610B}" destId="{9CFBEC83-C15B-4966-BD83-38FF031C225B}" srcOrd="2" destOrd="0" presId="urn:microsoft.com/office/officeart/2018/2/layout/IconVerticalSolidList"/>
    <dgm:cxn modelId="{04332F65-1FE8-491B-A098-26DC9EBE473B}" type="presParOf" srcId="{34D6746B-4C18-4EC1-AEBE-0BACE50F610B}" destId="{1278249A-20BE-46B3-B762-20D1EB29D6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65C05A-339F-4F0B-BFF2-F182C97178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BEBE0DD-2564-402B-8468-8EB8AA7EC534}">
      <dgm:prSet/>
      <dgm:spPr/>
      <dgm:t>
        <a:bodyPr/>
        <a:lstStyle/>
        <a:p>
          <a:r>
            <a:rPr lang="en-US"/>
            <a:t>Use data mining to predict academic performance outcomes.</a:t>
          </a:r>
        </a:p>
      </dgm:t>
    </dgm:pt>
    <dgm:pt modelId="{B75348EE-2D08-4968-A604-3FE8E2399E79}" type="parTrans" cxnId="{D2C1C60F-49AB-4BA4-B57C-C1116EB5D55B}">
      <dgm:prSet/>
      <dgm:spPr/>
      <dgm:t>
        <a:bodyPr/>
        <a:lstStyle/>
        <a:p>
          <a:endParaRPr lang="en-US"/>
        </a:p>
      </dgm:t>
    </dgm:pt>
    <dgm:pt modelId="{26893957-9834-4787-BF0E-619AE02FA327}" type="sibTrans" cxnId="{D2C1C60F-49AB-4BA4-B57C-C1116EB5D55B}">
      <dgm:prSet/>
      <dgm:spPr/>
      <dgm:t>
        <a:bodyPr/>
        <a:lstStyle/>
        <a:p>
          <a:endParaRPr lang="en-US"/>
        </a:p>
      </dgm:t>
    </dgm:pt>
    <dgm:pt modelId="{ACB47705-8D9E-46D1-9F21-6C870EDAE9C8}">
      <dgm:prSet/>
      <dgm:spPr/>
      <dgm:t>
        <a:bodyPr/>
        <a:lstStyle/>
        <a:p>
          <a:r>
            <a:rPr lang="en-US"/>
            <a:t>Regression: Predict average score.</a:t>
          </a:r>
        </a:p>
      </dgm:t>
    </dgm:pt>
    <dgm:pt modelId="{33423537-98FF-487C-BDFA-02938EBFEAEB}" type="parTrans" cxnId="{3F5B5EEC-72F9-48D6-81C2-7FA5980B56B3}">
      <dgm:prSet/>
      <dgm:spPr/>
      <dgm:t>
        <a:bodyPr/>
        <a:lstStyle/>
        <a:p>
          <a:endParaRPr lang="en-US"/>
        </a:p>
      </dgm:t>
    </dgm:pt>
    <dgm:pt modelId="{7DBC5B17-42EA-49F2-95CD-21372DDFBA58}" type="sibTrans" cxnId="{3F5B5EEC-72F9-48D6-81C2-7FA5980B56B3}">
      <dgm:prSet/>
      <dgm:spPr/>
      <dgm:t>
        <a:bodyPr/>
        <a:lstStyle/>
        <a:p>
          <a:endParaRPr lang="en-US"/>
        </a:p>
      </dgm:t>
    </dgm:pt>
    <dgm:pt modelId="{5735432D-6C53-4E5E-8289-FE7CBE9F2F72}">
      <dgm:prSet/>
      <dgm:spPr/>
      <dgm:t>
        <a:bodyPr/>
        <a:lstStyle/>
        <a:p>
          <a:r>
            <a:rPr lang="en-US"/>
            <a:t>Classification: Predict pass/fail outcomes.</a:t>
          </a:r>
        </a:p>
      </dgm:t>
    </dgm:pt>
    <dgm:pt modelId="{7078EEB3-19B7-4C24-9794-EDB7F4A647B0}" type="parTrans" cxnId="{B2965CD1-E265-4A22-97E4-7EC8FB673220}">
      <dgm:prSet/>
      <dgm:spPr/>
      <dgm:t>
        <a:bodyPr/>
        <a:lstStyle/>
        <a:p>
          <a:endParaRPr lang="en-US"/>
        </a:p>
      </dgm:t>
    </dgm:pt>
    <dgm:pt modelId="{1041BA31-A381-4BDA-8A09-0853BB3CF805}" type="sibTrans" cxnId="{B2965CD1-E265-4A22-97E4-7EC8FB673220}">
      <dgm:prSet/>
      <dgm:spPr/>
      <dgm:t>
        <a:bodyPr/>
        <a:lstStyle/>
        <a:p>
          <a:endParaRPr lang="en-US"/>
        </a:p>
      </dgm:t>
    </dgm:pt>
    <dgm:pt modelId="{17CA740B-D308-4DFB-A30F-70E9095B5055}" type="pres">
      <dgm:prSet presAssocID="{F965C05A-339F-4F0B-BFF2-F182C97178A8}" presName="root" presStyleCnt="0">
        <dgm:presLayoutVars>
          <dgm:dir/>
          <dgm:resizeHandles val="exact"/>
        </dgm:presLayoutVars>
      </dgm:prSet>
      <dgm:spPr/>
    </dgm:pt>
    <dgm:pt modelId="{0C3DC22F-2603-4E67-9253-E2F16B2098B1}" type="pres">
      <dgm:prSet presAssocID="{8BEBE0DD-2564-402B-8468-8EB8AA7EC534}" presName="compNode" presStyleCnt="0"/>
      <dgm:spPr/>
    </dgm:pt>
    <dgm:pt modelId="{7EB44E25-2485-4575-BB05-BDE5BD169014}" type="pres">
      <dgm:prSet presAssocID="{8BEBE0DD-2564-402B-8468-8EB8AA7EC534}" presName="bgRect" presStyleLbl="bgShp" presStyleIdx="0" presStyleCnt="3"/>
      <dgm:spPr/>
    </dgm:pt>
    <dgm:pt modelId="{8CC36D27-48C6-40A9-90EC-5B42AADB4C2D}" type="pres">
      <dgm:prSet presAssocID="{8BEBE0DD-2564-402B-8468-8EB8AA7EC5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93170072-9CDF-403A-8287-6F064817C0F0}" type="pres">
      <dgm:prSet presAssocID="{8BEBE0DD-2564-402B-8468-8EB8AA7EC534}" presName="spaceRect" presStyleCnt="0"/>
      <dgm:spPr/>
    </dgm:pt>
    <dgm:pt modelId="{A3389C0B-EA08-431A-9FB4-7E1F55B6B22A}" type="pres">
      <dgm:prSet presAssocID="{8BEBE0DD-2564-402B-8468-8EB8AA7EC534}" presName="parTx" presStyleLbl="revTx" presStyleIdx="0" presStyleCnt="3">
        <dgm:presLayoutVars>
          <dgm:chMax val="0"/>
          <dgm:chPref val="0"/>
        </dgm:presLayoutVars>
      </dgm:prSet>
      <dgm:spPr/>
    </dgm:pt>
    <dgm:pt modelId="{8A03B230-38F1-42FE-94B5-A55D3A968059}" type="pres">
      <dgm:prSet presAssocID="{26893957-9834-4787-BF0E-619AE02FA327}" presName="sibTrans" presStyleCnt="0"/>
      <dgm:spPr/>
    </dgm:pt>
    <dgm:pt modelId="{6E528017-2148-431C-B923-E72D94C4C5AD}" type="pres">
      <dgm:prSet presAssocID="{ACB47705-8D9E-46D1-9F21-6C870EDAE9C8}" presName="compNode" presStyleCnt="0"/>
      <dgm:spPr/>
    </dgm:pt>
    <dgm:pt modelId="{7EE208CA-9B00-417B-A35A-C39A8FCB9E9B}" type="pres">
      <dgm:prSet presAssocID="{ACB47705-8D9E-46D1-9F21-6C870EDAE9C8}" presName="bgRect" presStyleLbl="bgShp" presStyleIdx="1" presStyleCnt="3"/>
      <dgm:spPr/>
    </dgm:pt>
    <dgm:pt modelId="{3F1E1284-378D-4644-AD24-D5412172FB03}" type="pres">
      <dgm:prSet presAssocID="{ACB47705-8D9E-46D1-9F21-6C870EDAE9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0D25E66-6FC5-4656-B348-CF49DC70641A}" type="pres">
      <dgm:prSet presAssocID="{ACB47705-8D9E-46D1-9F21-6C870EDAE9C8}" presName="spaceRect" presStyleCnt="0"/>
      <dgm:spPr/>
    </dgm:pt>
    <dgm:pt modelId="{C6676FEB-320C-4C60-B7C3-63E4EF04858E}" type="pres">
      <dgm:prSet presAssocID="{ACB47705-8D9E-46D1-9F21-6C870EDAE9C8}" presName="parTx" presStyleLbl="revTx" presStyleIdx="1" presStyleCnt="3">
        <dgm:presLayoutVars>
          <dgm:chMax val="0"/>
          <dgm:chPref val="0"/>
        </dgm:presLayoutVars>
      </dgm:prSet>
      <dgm:spPr/>
    </dgm:pt>
    <dgm:pt modelId="{D98DDF59-FABB-4DD5-AF02-1FCA87E43898}" type="pres">
      <dgm:prSet presAssocID="{7DBC5B17-42EA-49F2-95CD-21372DDFBA58}" presName="sibTrans" presStyleCnt="0"/>
      <dgm:spPr/>
    </dgm:pt>
    <dgm:pt modelId="{C98A0B93-A81F-4E35-BEC9-ECE1007E371E}" type="pres">
      <dgm:prSet presAssocID="{5735432D-6C53-4E5E-8289-FE7CBE9F2F72}" presName="compNode" presStyleCnt="0"/>
      <dgm:spPr/>
    </dgm:pt>
    <dgm:pt modelId="{E3DD3B31-A6B3-4D96-BAFA-26D31548F22B}" type="pres">
      <dgm:prSet presAssocID="{5735432D-6C53-4E5E-8289-FE7CBE9F2F72}" presName="bgRect" presStyleLbl="bgShp" presStyleIdx="2" presStyleCnt="3"/>
      <dgm:spPr/>
    </dgm:pt>
    <dgm:pt modelId="{170C5D33-51E8-485B-8161-476F95AD3F38}" type="pres">
      <dgm:prSet presAssocID="{5735432D-6C53-4E5E-8289-FE7CBE9F2F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6497D27-8015-4034-B6B1-9435F895E2DE}" type="pres">
      <dgm:prSet presAssocID="{5735432D-6C53-4E5E-8289-FE7CBE9F2F72}" presName="spaceRect" presStyleCnt="0"/>
      <dgm:spPr/>
    </dgm:pt>
    <dgm:pt modelId="{63D1ACCF-C2DA-42F7-9152-38BEEA8D1D0F}" type="pres">
      <dgm:prSet presAssocID="{5735432D-6C53-4E5E-8289-FE7CBE9F2F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C1C60F-49AB-4BA4-B57C-C1116EB5D55B}" srcId="{F965C05A-339F-4F0B-BFF2-F182C97178A8}" destId="{8BEBE0DD-2564-402B-8468-8EB8AA7EC534}" srcOrd="0" destOrd="0" parTransId="{B75348EE-2D08-4968-A604-3FE8E2399E79}" sibTransId="{26893957-9834-4787-BF0E-619AE02FA327}"/>
    <dgm:cxn modelId="{3235BC44-53E5-4C64-81B4-B7DB2929FA65}" type="presOf" srcId="{5735432D-6C53-4E5E-8289-FE7CBE9F2F72}" destId="{63D1ACCF-C2DA-42F7-9152-38BEEA8D1D0F}" srcOrd="0" destOrd="0" presId="urn:microsoft.com/office/officeart/2018/2/layout/IconVerticalSolidList"/>
    <dgm:cxn modelId="{1B0F856D-1AC9-4B9E-91DD-74EA06184C93}" type="presOf" srcId="{8BEBE0DD-2564-402B-8468-8EB8AA7EC534}" destId="{A3389C0B-EA08-431A-9FB4-7E1F55B6B22A}" srcOrd="0" destOrd="0" presId="urn:microsoft.com/office/officeart/2018/2/layout/IconVerticalSolidList"/>
    <dgm:cxn modelId="{04687A50-6799-42F6-96B6-C9CBAB628D9D}" type="presOf" srcId="{F965C05A-339F-4F0B-BFF2-F182C97178A8}" destId="{17CA740B-D308-4DFB-A30F-70E9095B5055}" srcOrd="0" destOrd="0" presId="urn:microsoft.com/office/officeart/2018/2/layout/IconVerticalSolidList"/>
    <dgm:cxn modelId="{B2965CD1-E265-4A22-97E4-7EC8FB673220}" srcId="{F965C05A-339F-4F0B-BFF2-F182C97178A8}" destId="{5735432D-6C53-4E5E-8289-FE7CBE9F2F72}" srcOrd="2" destOrd="0" parTransId="{7078EEB3-19B7-4C24-9794-EDB7F4A647B0}" sibTransId="{1041BA31-A381-4BDA-8A09-0853BB3CF805}"/>
    <dgm:cxn modelId="{3F5B5EEC-72F9-48D6-81C2-7FA5980B56B3}" srcId="{F965C05A-339F-4F0B-BFF2-F182C97178A8}" destId="{ACB47705-8D9E-46D1-9F21-6C870EDAE9C8}" srcOrd="1" destOrd="0" parTransId="{33423537-98FF-487C-BDFA-02938EBFEAEB}" sibTransId="{7DBC5B17-42EA-49F2-95CD-21372DDFBA58}"/>
    <dgm:cxn modelId="{1A1F6AF4-1760-4E17-A6B9-6BA27B0CF2AC}" type="presOf" srcId="{ACB47705-8D9E-46D1-9F21-6C870EDAE9C8}" destId="{C6676FEB-320C-4C60-B7C3-63E4EF04858E}" srcOrd="0" destOrd="0" presId="urn:microsoft.com/office/officeart/2018/2/layout/IconVerticalSolidList"/>
    <dgm:cxn modelId="{DAEEB91C-A868-4146-BFD0-74DC5AAAF646}" type="presParOf" srcId="{17CA740B-D308-4DFB-A30F-70E9095B5055}" destId="{0C3DC22F-2603-4E67-9253-E2F16B2098B1}" srcOrd="0" destOrd="0" presId="urn:microsoft.com/office/officeart/2018/2/layout/IconVerticalSolidList"/>
    <dgm:cxn modelId="{EE6FE3B4-F990-4A8A-B863-DFDCCBD699EA}" type="presParOf" srcId="{0C3DC22F-2603-4E67-9253-E2F16B2098B1}" destId="{7EB44E25-2485-4575-BB05-BDE5BD169014}" srcOrd="0" destOrd="0" presId="urn:microsoft.com/office/officeart/2018/2/layout/IconVerticalSolidList"/>
    <dgm:cxn modelId="{24EECCDB-DDCB-4519-AA62-F40C65269A6D}" type="presParOf" srcId="{0C3DC22F-2603-4E67-9253-E2F16B2098B1}" destId="{8CC36D27-48C6-40A9-90EC-5B42AADB4C2D}" srcOrd="1" destOrd="0" presId="urn:microsoft.com/office/officeart/2018/2/layout/IconVerticalSolidList"/>
    <dgm:cxn modelId="{0B0BAD58-DF96-41D3-9248-8828AAADFD91}" type="presParOf" srcId="{0C3DC22F-2603-4E67-9253-E2F16B2098B1}" destId="{93170072-9CDF-403A-8287-6F064817C0F0}" srcOrd="2" destOrd="0" presId="urn:microsoft.com/office/officeart/2018/2/layout/IconVerticalSolidList"/>
    <dgm:cxn modelId="{20D48D74-5003-4454-BBA8-F07AA592EA06}" type="presParOf" srcId="{0C3DC22F-2603-4E67-9253-E2F16B2098B1}" destId="{A3389C0B-EA08-431A-9FB4-7E1F55B6B22A}" srcOrd="3" destOrd="0" presId="urn:microsoft.com/office/officeart/2018/2/layout/IconVerticalSolidList"/>
    <dgm:cxn modelId="{EEA86483-547C-4915-AEA1-C69CD249B45C}" type="presParOf" srcId="{17CA740B-D308-4DFB-A30F-70E9095B5055}" destId="{8A03B230-38F1-42FE-94B5-A55D3A968059}" srcOrd="1" destOrd="0" presId="urn:microsoft.com/office/officeart/2018/2/layout/IconVerticalSolidList"/>
    <dgm:cxn modelId="{C68418B2-87C9-4073-975C-908F1CBB0F1C}" type="presParOf" srcId="{17CA740B-D308-4DFB-A30F-70E9095B5055}" destId="{6E528017-2148-431C-B923-E72D94C4C5AD}" srcOrd="2" destOrd="0" presId="urn:microsoft.com/office/officeart/2018/2/layout/IconVerticalSolidList"/>
    <dgm:cxn modelId="{461015B6-48A7-4CA7-8E32-6D7A3A779214}" type="presParOf" srcId="{6E528017-2148-431C-B923-E72D94C4C5AD}" destId="{7EE208CA-9B00-417B-A35A-C39A8FCB9E9B}" srcOrd="0" destOrd="0" presId="urn:microsoft.com/office/officeart/2018/2/layout/IconVerticalSolidList"/>
    <dgm:cxn modelId="{73E44AF0-4285-4A65-B2E2-0063F1484CBD}" type="presParOf" srcId="{6E528017-2148-431C-B923-E72D94C4C5AD}" destId="{3F1E1284-378D-4644-AD24-D5412172FB03}" srcOrd="1" destOrd="0" presId="urn:microsoft.com/office/officeart/2018/2/layout/IconVerticalSolidList"/>
    <dgm:cxn modelId="{E2FD8D33-B48E-4023-8FFD-4E3A66F0F2E7}" type="presParOf" srcId="{6E528017-2148-431C-B923-E72D94C4C5AD}" destId="{E0D25E66-6FC5-4656-B348-CF49DC70641A}" srcOrd="2" destOrd="0" presId="urn:microsoft.com/office/officeart/2018/2/layout/IconVerticalSolidList"/>
    <dgm:cxn modelId="{AFBBBD5E-7993-47BF-B54C-ECF30C7C33E3}" type="presParOf" srcId="{6E528017-2148-431C-B923-E72D94C4C5AD}" destId="{C6676FEB-320C-4C60-B7C3-63E4EF04858E}" srcOrd="3" destOrd="0" presId="urn:microsoft.com/office/officeart/2018/2/layout/IconVerticalSolidList"/>
    <dgm:cxn modelId="{9225901B-469E-441D-8532-DB9883EAA53A}" type="presParOf" srcId="{17CA740B-D308-4DFB-A30F-70E9095B5055}" destId="{D98DDF59-FABB-4DD5-AF02-1FCA87E43898}" srcOrd="3" destOrd="0" presId="urn:microsoft.com/office/officeart/2018/2/layout/IconVerticalSolidList"/>
    <dgm:cxn modelId="{FE8CC43A-F86A-4B64-AB12-8DAC5A1C1906}" type="presParOf" srcId="{17CA740B-D308-4DFB-A30F-70E9095B5055}" destId="{C98A0B93-A81F-4E35-BEC9-ECE1007E371E}" srcOrd="4" destOrd="0" presId="urn:microsoft.com/office/officeart/2018/2/layout/IconVerticalSolidList"/>
    <dgm:cxn modelId="{61428F01-CE41-4530-A57C-53A9B0C25F1D}" type="presParOf" srcId="{C98A0B93-A81F-4E35-BEC9-ECE1007E371E}" destId="{E3DD3B31-A6B3-4D96-BAFA-26D31548F22B}" srcOrd="0" destOrd="0" presId="urn:microsoft.com/office/officeart/2018/2/layout/IconVerticalSolidList"/>
    <dgm:cxn modelId="{9522D0E8-FC79-46DD-BF0D-FE958E71C5C9}" type="presParOf" srcId="{C98A0B93-A81F-4E35-BEC9-ECE1007E371E}" destId="{170C5D33-51E8-485B-8161-476F95AD3F38}" srcOrd="1" destOrd="0" presId="urn:microsoft.com/office/officeart/2018/2/layout/IconVerticalSolidList"/>
    <dgm:cxn modelId="{DE9E1D0F-8DCF-4545-8882-9B9EBE048668}" type="presParOf" srcId="{C98A0B93-A81F-4E35-BEC9-ECE1007E371E}" destId="{86497D27-8015-4034-B6B1-9435F895E2DE}" srcOrd="2" destOrd="0" presId="urn:microsoft.com/office/officeart/2018/2/layout/IconVerticalSolidList"/>
    <dgm:cxn modelId="{4C1C29EB-8FED-472F-B3C3-67D7A56056E9}" type="presParOf" srcId="{C98A0B93-A81F-4E35-BEC9-ECE1007E371E}" destId="{63D1ACCF-C2DA-42F7-9152-38BEEA8D1D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75E373-32C1-42A1-B889-6DB3304B1B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C677F8-422C-4D0C-93AE-8FF78240AC5B}">
      <dgm:prSet/>
      <dgm:spPr/>
      <dgm:t>
        <a:bodyPr/>
        <a:lstStyle/>
        <a:p>
          <a:r>
            <a:rPr lang="en-US"/>
            <a:t>Students completing test preparation perform better.</a:t>
          </a:r>
        </a:p>
      </dgm:t>
    </dgm:pt>
    <dgm:pt modelId="{37FC46CC-0454-440F-8550-CEA47DE7A154}" type="parTrans" cxnId="{933EDF06-C595-419E-A468-9B15F6ECEC67}">
      <dgm:prSet/>
      <dgm:spPr/>
      <dgm:t>
        <a:bodyPr/>
        <a:lstStyle/>
        <a:p>
          <a:endParaRPr lang="en-US"/>
        </a:p>
      </dgm:t>
    </dgm:pt>
    <dgm:pt modelId="{FCDB8757-5981-408F-8B32-3A2E25ECEC16}" type="sibTrans" cxnId="{933EDF06-C595-419E-A468-9B15F6ECEC67}">
      <dgm:prSet/>
      <dgm:spPr/>
      <dgm:t>
        <a:bodyPr/>
        <a:lstStyle/>
        <a:p>
          <a:endParaRPr lang="en-US"/>
        </a:p>
      </dgm:t>
    </dgm:pt>
    <dgm:pt modelId="{11730FD5-2806-4485-9BA0-9FF2DFD2D9E7}">
      <dgm:prSet/>
      <dgm:spPr/>
      <dgm:t>
        <a:bodyPr/>
        <a:lstStyle/>
        <a:p>
          <a:r>
            <a:rPr lang="en-US"/>
            <a:t>Parental education level positively impacts scores.</a:t>
          </a:r>
        </a:p>
      </dgm:t>
    </dgm:pt>
    <dgm:pt modelId="{77DF8777-63E4-430E-978A-BECDBFE66C63}" type="parTrans" cxnId="{F8022C94-8F8E-4262-A1B3-5F3D2144009C}">
      <dgm:prSet/>
      <dgm:spPr/>
      <dgm:t>
        <a:bodyPr/>
        <a:lstStyle/>
        <a:p>
          <a:endParaRPr lang="en-US"/>
        </a:p>
      </dgm:t>
    </dgm:pt>
    <dgm:pt modelId="{1FE3475F-CB78-4788-B1C0-ECE9EC0C4C2D}" type="sibTrans" cxnId="{F8022C94-8F8E-4262-A1B3-5F3D2144009C}">
      <dgm:prSet/>
      <dgm:spPr/>
      <dgm:t>
        <a:bodyPr/>
        <a:lstStyle/>
        <a:p>
          <a:endParaRPr lang="en-US"/>
        </a:p>
      </dgm:t>
    </dgm:pt>
    <dgm:pt modelId="{FA7DD7F7-C722-48D0-8E06-5CFDCAAE6358}">
      <dgm:prSet/>
      <dgm:spPr/>
      <dgm:t>
        <a:bodyPr/>
        <a:lstStyle/>
        <a:p>
          <a:r>
            <a:rPr lang="en-US"/>
            <a:t>Demographics may influence academic outcomes.</a:t>
          </a:r>
        </a:p>
      </dgm:t>
    </dgm:pt>
    <dgm:pt modelId="{DF09A5DF-A9C2-47B5-81BB-6FBE586561A1}" type="parTrans" cxnId="{B5E9B5E7-8D69-4035-B102-6269E03E9AE5}">
      <dgm:prSet/>
      <dgm:spPr/>
      <dgm:t>
        <a:bodyPr/>
        <a:lstStyle/>
        <a:p>
          <a:endParaRPr lang="en-US"/>
        </a:p>
      </dgm:t>
    </dgm:pt>
    <dgm:pt modelId="{B6AE3216-A88C-4406-9BCE-19757C6077D0}" type="sibTrans" cxnId="{B5E9B5E7-8D69-4035-B102-6269E03E9AE5}">
      <dgm:prSet/>
      <dgm:spPr/>
      <dgm:t>
        <a:bodyPr/>
        <a:lstStyle/>
        <a:p>
          <a:endParaRPr lang="en-US"/>
        </a:p>
      </dgm:t>
    </dgm:pt>
    <dgm:pt modelId="{D32B6026-AF12-4275-824A-BCE277DC99C4}" type="pres">
      <dgm:prSet presAssocID="{1275E373-32C1-42A1-B889-6DB3304B1BE3}" presName="linear" presStyleCnt="0">
        <dgm:presLayoutVars>
          <dgm:animLvl val="lvl"/>
          <dgm:resizeHandles val="exact"/>
        </dgm:presLayoutVars>
      </dgm:prSet>
      <dgm:spPr/>
    </dgm:pt>
    <dgm:pt modelId="{2AE223BE-5268-4804-9C51-504E9FB3BC03}" type="pres">
      <dgm:prSet presAssocID="{7EC677F8-422C-4D0C-93AE-8FF78240AC5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CBBFDD-77AE-4EAC-8303-2C7C47F57154}" type="pres">
      <dgm:prSet presAssocID="{FCDB8757-5981-408F-8B32-3A2E25ECEC16}" presName="spacer" presStyleCnt="0"/>
      <dgm:spPr/>
    </dgm:pt>
    <dgm:pt modelId="{3993EB0F-7E60-4098-B6AD-CE6DD16A9DC0}" type="pres">
      <dgm:prSet presAssocID="{11730FD5-2806-4485-9BA0-9FF2DFD2D9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8DA403-75A7-46C5-B5F8-20C161D1B073}" type="pres">
      <dgm:prSet presAssocID="{1FE3475F-CB78-4788-B1C0-ECE9EC0C4C2D}" presName="spacer" presStyleCnt="0"/>
      <dgm:spPr/>
    </dgm:pt>
    <dgm:pt modelId="{F0968AA4-0F66-4D18-A049-C665ECE7DD80}" type="pres">
      <dgm:prSet presAssocID="{FA7DD7F7-C722-48D0-8E06-5CFDCAAE635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33EDF06-C595-419E-A468-9B15F6ECEC67}" srcId="{1275E373-32C1-42A1-B889-6DB3304B1BE3}" destId="{7EC677F8-422C-4D0C-93AE-8FF78240AC5B}" srcOrd="0" destOrd="0" parTransId="{37FC46CC-0454-440F-8550-CEA47DE7A154}" sibTransId="{FCDB8757-5981-408F-8B32-3A2E25ECEC16}"/>
    <dgm:cxn modelId="{3C533715-F442-4B46-906C-AA62EEC144B6}" type="presOf" srcId="{1275E373-32C1-42A1-B889-6DB3304B1BE3}" destId="{D32B6026-AF12-4275-824A-BCE277DC99C4}" srcOrd="0" destOrd="0" presId="urn:microsoft.com/office/officeart/2005/8/layout/vList2"/>
    <dgm:cxn modelId="{116DED58-E0E6-4EA2-909D-29B2C08B8350}" type="presOf" srcId="{11730FD5-2806-4485-9BA0-9FF2DFD2D9E7}" destId="{3993EB0F-7E60-4098-B6AD-CE6DD16A9DC0}" srcOrd="0" destOrd="0" presId="urn:microsoft.com/office/officeart/2005/8/layout/vList2"/>
    <dgm:cxn modelId="{33733E8C-A9DB-4D93-A237-4AD20374E24C}" type="presOf" srcId="{FA7DD7F7-C722-48D0-8E06-5CFDCAAE6358}" destId="{F0968AA4-0F66-4D18-A049-C665ECE7DD80}" srcOrd="0" destOrd="0" presId="urn:microsoft.com/office/officeart/2005/8/layout/vList2"/>
    <dgm:cxn modelId="{F8022C94-8F8E-4262-A1B3-5F3D2144009C}" srcId="{1275E373-32C1-42A1-B889-6DB3304B1BE3}" destId="{11730FD5-2806-4485-9BA0-9FF2DFD2D9E7}" srcOrd="1" destOrd="0" parTransId="{77DF8777-63E4-430E-978A-BECDBFE66C63}" sibTransId="{1FE3475F-CB78-4788-B1C0-ECE9EC0C4C2D}"/>
    <dgm:cxn modelId="{60DDA1D6-4831-48B8-8865-C38808BD54BB}" type="presOf" srcId="{7EC677F8-422C-4D0C-93AE-8FF78240AC5B}" destId="{2AE223BE-5268-4804-9C51-504E9FB3BC03}" srcOrd="0" destOrd="0" presId="urn:microsoft.com/office/officeart/2005/8/layout/vList2"/>
    <dgm:cxn modelId="{B5E9B5E7-8D69-4035-B102-6269E03E9AE5}" srcId="{1275E373-32C1-42A1-B889-6DB3304B1BE3}" destId="{FA7DD7F7-C722-48D0-8E06-5CFDCAAE6358}" srcOrd="2" destOrd="0" parTransId="{DF09A5DF-A9C2-47B5-81BB-6FBE586561A1}" sibTransId="{B6AE3216-A88C-4406-9BCE-19757C6077D0}"/>
    <dgm:cxn modelId="{71B7D291-E445-4881-9EAD-708E84EF0479}" type="presParOf" srcId="{D32B6026-AF12-4275-824A-BCE277DC99C4}" destId="{2AE223BE-5268-4804-9C51-504E9FB3BC03}" srcOrd="0" destOrd="0" presId="urn:microsoft.com/office/officeart/2005/8/layout/vList2"/>
    <dgm:cxn modelId="{88F3FB39-4B54-4F77-B4BD-8C3735FEA3C3}" type="presParOf" srcId="{D32B6026-AF12-4275-824A-BCE277DC99C4}" destId="{18CBBFDD-77AE-4EAC-8303-2C7C47F57154}" srcOrd="1" destOrd="0" presId="urn:microsoft.com/office/officeart/2005/8/layout/vList2"/>
    <dgm:cxn modelId="{974D737E-029E-4D22-A9BE-20AA6847F207}" type="presParOf" srcId="{D32B6026-AF12-4275-824A-BCE277DC99C4}" destId="{3993EB0F-7E60-4098-B6AD-CE6DD16A9DC0}" srcOrd="2" destOrd="0" presId="urn:microsoft.com/office/officeart/2005/8/layout/vList2"/>
    <dgm:cxn modelId="{01AFF893-4126-4CDD-8D58-A14C1A20AFD9}" type="presParOf" srcId="{D32B6026-AF12-4275-824A-BCE277DC99C4}" destId="{6B8DA403-75A7-46C5-B5F8-20C161D1B073}" srcOrd="3" destOrd="0" presId="urn:microsoft.com/office/officeart/2005/8/layout/vList2"/>
    <dgm:cxn modelId="{7DAE871D-A034-47BD-BD95-8B479DFF7418}" type="presParOf" srcId="{D32B6026-AF12-4275-824A-BCE277DC99C4}" destId="{F0968AA4-0F66-4D18-A049-C665ECE7DD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9FD37E-5A68-4D78-8CBA-95F68097DAE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1F8241F-1EE3-490F-A73F-9381881CBE9E}">
      <dgm:prSet/>
      <dgm:spPr/>
      <dgm:t>
        <a:bodyPr/>
        <a:lstStyle/>
        <a:p>
          <a:r>
            <a:rPr lang="en-US"/>
            <a:t>1000 student records with demographic and academic details.</a:t>
          </a:r>
        </a:p>
      </dgm:t>
    </dgm:pt>
    <dgm:pt modelId="{A0D8EE98-F2F9-40C8-83FA-609C50A3D924}" type="parTrans" cxnId="{44A9EADD-186C-417D-B6A7-FF678FFAD80E}">
      <dgm:prSet/>
      <dgm:spPr/>
      <dgm:t>
        <a:bodyPr/>
        <a:lstStyle/>
        <a:p>
          <a:endParaRPr lang="en-US"/>
        </a:p>
      </dgm:t>
    </dgm:pt>
    <dgm:pt modelId="{3A2175B7-FA53-4C27-9A37-C76121DE02B4}" type="sibTrans" cxnId="{44A9EADD-186C-417D-B6A7-FF678FFAD80E}">
      <dgm:prSet/>
      <dgm:spPr/>
      <dgm:t>
        <a:bodyPr/>
        <a:lstStyle/>
        <a:p>
          <a:endParaRPr lang="en-US"/>
        </a:p>
      </dgm:t>
    </dgm:pt>
    <dgm:pt modelId="{9963CCAF-1A3E-4B8B-8171-103D00D5ADAD}">
      <dgm:prSet/>
      <dgm:spPr/>
      <dgm:t>
        <a:bodyPr/>
        <a:lstStyle/>
        <a:p>
          <a:r>
            <a:rPr lang="en-US"/>
            <a:t>Variables: Gender, Race, Parental Education, Scores, Lunch Type.</a:t>
          </a:r>
        </a:p>
      </dgm:t>
    </dgm:pt>
    <dgm:pt modelId="{9FB8AB71-3CD1-41BA-B99F-C20865C6977A}" type="parTrans" cxnId="{48640536-7C4F-41BB-8192-65BA91736733}">
      <dgm:prSet/>
      <dgm:spPr/>
      <dgm:t>
        <a:bodyPr/>
        <a:lstStyle/>
        <a:p>
          <a:endParaRPr lang="en-US"/>
        </a:p>
      </dgm:t>
    </dgm:pt>
    <dgm:pt modelId="{452617C2-0FBB-4AB0-A4EE-EC3DB306774D}" type="sibTrans" cxnId="{48640536-7C4F-41BB-8192-65BA91736733}">
      <dgm:prSet/>
      <dgm:spPr/>
      <dgm:t>
        <a:bodyPr/>
        <a:lstStyle/>
        <a:p>
          <a:endParaRPr lang="en-US"/>
        </a:p>
      </dgm:t>
    </dgm:pt>
    <dgm:pt modelId="{4B78E019-39A6-48AB-BEFD-9C2A8B33FDF1}">
      <dgm:prSet/>
      <dgm:spPr/>
      <dgm:t>
        <a:bodyPr/>
        <a:lstStyle/>
        <a:p>
          <a:r>
            <a:rPr lang="en-US"/>
            <a:t>Cleaned and preprocessed for modeling.</a:t>
          </a:r>
        </a:p>
      </dgm:t>
    </dgm:pt>
    <dgm:pt modelId="{702EAFAF-D83B-4D63-9F7E-009A87BAF7A8}" type="parTrans" cxnId="{799C9F42-8AA6-4EF1-AAAB-040AEF9C200B}">
      <dgm:prSet/>
      <dgm:spPr/>
      <dgm:t>
        <a:bodyPr/>
        <a:lstStyle/>
        <a:p>
          <a:endParaRPr lang="en-US"/>
        </a:p>
      </dgm:t>
    </dgm:pt>
    <dgm:pt modelId="{E62CD218-2FA6-4D3C-A640-05D2A2909396}" type="sibTrans" cxnId="{799C9F42-8AA6-4EF1-AAAB-040AEF9C200B}">
      <dgm:prSet/>
      <dgm:spPr/>
      <dgm:t>
        <a:bodyPr/>
        <a:lstStyle/>
        <a:p>
          <a:endParaRPr lang="en-US"/>
        </a:p>
      </dgm:t>
    </dgm:pt>
    <dgm:pt modelId="{D0AF6A6E-4C4B-423D-B7E8-45718E26E194}" type="pres">
      <dgm:prSet presAssocID="{419FD37E-5A68-4D78-8CBA-95F68097DAE8}" presName="linear" presStyleCnt="0">
        <dgm:presLayoutVars>
          <dgm:animLvl val="lvl"/>
          <dgm:resizeHandles val="exact"/>
        </dgm:presLayoutVars>
      </dgm:prSet>
      <dgm:spPr/>
    </dgm:pt>
    <dgm:pt modelId="{BD201E16-C407-4AD9-8165-6F0A958849A6}" type="pres">
      <dgm:prSet presAssocID="{21F8241F-1EE3-490F-A73F-9381881CBE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F467C5D-0809-4D0E-839D-54374722A7D2}" type="pres">
      <dgm:prSet presAssocID="{3A2175B7-FA53-4C27-9A37-C76121DE02B4}" presName="spacer" presStyleCnt="0"/>
      <dgm:spPr/>
    </dgm:pt>
    <dgm:pt modelId="{29A376F5-4F87-4D3C-83CD-4FD6AC673EB9}" type="pres">
      <dgm:prSet presAssocID="{9963CCAF-1A3E-4B8B-8171-103D00D5AD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E48EE5-D43E-4FF8-A93C-865C35216295}" type="pres">
      <dgm:prSet presAssocID="{452617C2-0FBB-4AB0-A4EE-EC3DB306774D}" presName="spacer" presStyleCnt="0"/>
      <dgm:spPr/>
    </dgm:pt>
    <dgm:pt modelId="{E60FD871-3235-478B-86B9-C6E932D1E603}" type="pres">
      <dgm:prSet presAssocID="{4B78E019-39A6-48AB-BEFD-9C2A8B33FD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640536-7C4F-41BB-8192-65BA91736733}" srcId="{419FD37E-5A68-4D78-8CBA-95F68097DAE8}" destId="{9963CCAF-1A3E-4B8B-8171-103D00D5ADAD}" srcOrd="1" destOrd="0" parTransId="{9FB8AB71-3CD1-41BA-B99F-C20865C6977A}" sibTransId="{452617C2-0FBB-4AB0-A4EE-EC3DB306774D}"/>
    <dgm:cxn modelId="{799C9F42-8AA6-4EF1-AAAB-040AEF9C200B}" srcId="{419FD37E-5A68-4D78-8CBA-95F68097DAE8}" destId="{4B78E019-39A6-48AB-BEFD-9C2A8B33FDF1}" srcOrd="2" destOrd="0" parTransId="{702EAFAF-D83B-4D63-9F7E-009A87BAF7A8}" sibTransId="{E62CD218-2FA6-4D3C-A640-05D2A2909396}"/>
    <dgm:cxn modelId="{4A625E9C-C9D8-4BD4-8B39-7887393167B7}" type="presOf" srcId="{9963CCAF-1A3E-4B8B-8171-103D00D5ADAD}" destId="{29A376F5-4F87-4D3C-83CD-4FD6AC673EB9}" srcOrd="0" destOrd="0" presId="urn:microsoft.com/office/officeart/2005/8/layout/vList2"/>
    <dgm:cxn modelId="{08F875B3-62B3-46E2-A321-747ACC6DACCD}" type="presOf" srcId="{21F8241F-1EE3-490F-A73F-9381881CBE9E}" destId="{BD201E16-C407-4AD9-8165-6F0A958849A6}" srcOrd="0" destOrd="0" presId="urn:microsoft.com/office/officeart/2005/8/layout/vList2"/>
    <dgm:cxn modelId="{E3BA16D2-7A1C-4459-A327-2DF5D0CAA8E2}" type="presOf" srcId="{4B78E019-39A6-48AB-BEFD-9C2A8B33FDF1}" destId="{E60FD871-3235-478B-86B9-C6E932D1E603}" srcOrd="0" destOrd="0" presId="urn:microsoft.com/office/officeart/2005/8/layout/vList2"/>
    <dgm:cxn modelId="{44A9EADD-186C-417D-B6A7-FF678FFAD80E}" srcId="{419FD37E-5A68-4D78-8CBA-95F68097DAE8}" destId="{21F8241F-1EE3-490F-A73F-9381881CBE9E}" srcOrd="0" destOrd="0" parTransId="{A0D8EE98-F2F9-40C8-83FA-609C50A3D924}" sibTransId="{3A2175B7-FA53-4C27-9A37-C76121DE02B4}"/>
    <dgm:cxn modelId="{2842A8F6-EB43-4DA7-9C96-DFE315551CCC}" type="presOf" srcId="{419FD37E-5A68-4D78-8CBA-95F68097DAE8}" destId="{D0AF6A6E-4C4B-423D-B7E8-45718E26E194}" srcOrd="0" destOrd="0" presId="urn:microsoft.com/office/officeart/2005/8/layout/vList2"/>
    <dgm:cxn modelId="{8D28BDE4-7887-41F3-BEFE-5AB4738B3493}" type="presParOf" srcId="{D0AF6A6E-4C4B-423D-B7E8-45718E26E194}" destId="{BD201E16-C407-4AD9-8165-6F0A958849A6}" srcOrd="0" destOrd="0" presId="urn:microsoft.com/office/officeart/2005/8/layout/vList2"/>
    <dgm:cxn modelId="{981C8935-7688-4DFF-B1F7-2B6A79282B88}" type="presParOf" srcId="{D0AF6A6E-4C4B-423D-B7E8-45718E26E194}" destId="{EF467C5D-0809-4D0E-839D-54374722A7D2}" srcOrd="1" destOrd="0" presId="urn:microsoft.com/office/officeart/2005/8/layout/vList2"/>
    <dgm:cxn modelId="{F888C669-35EB-44D1-BD52-0F923FC58FB9}" type="presParOf" srcId="{D0AF6A6E-4C4B-423D-B7E8-45718E26E194}" destId="{29A376F5-4F87-4D3C-83CD-4FD6AC673EB9}" srcOrd="2" destOrd="0" presId="urn:microsoft.com/office/officeart/2005/8/layout/vList2"/>
    <dgm:cxn modelId="{CCC55AFC-8E04-446F-A5FA-587D32EE01A6}" type="presParOf" srcId="{D0AF6A6E-4C4B-423D-B7E8-45718E26E194}" destId="{1BE48EE5-D43E-4FF8-A93C-865C35216295}" srcOrd="3" destOrd="0" presId="urn:microsoft.com/office/officeart/2005/8/layout/vList2"/>
    <dgm:cxn modelId="{18B78308-B93D-4498-BE8B-7F7855CF3F11}" type="presParOf" srcId="{D0AF6A6E-4C4B-423D-B7E8-45718E26E194}" destId="{E60FD871-3235-478B-86B9-C6E932D1E60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FA6F9D-9BAE-4928-A6D0-58EF97A4B60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9332693-8660-40F1-A391-AE2F9D10C7D8}">
      <dgm:prSet/>
      <dgm:spPr/>
      <dgm:t>
        <a:bodyPr/>
        <a:lstStyle/>
        <a:p>
          <a:r>
            <a:rPr lang="en-US"/>
            <a:t>Regression target: </a:t>
          </a:r>
          <a:r>
            <a:rPr lang="en-US" err="1"/>
            <a:t>average_score</a:t>
          </a:r>
          <a:r>
            <a:rPr lang="en-US"/>
            <a:t> (continuous).</a:t>
          </a:r>
        </a:p>
      </dgm:t>
    </dgm:pt>
    <dgm:pt modelId="{D1C4FFAC-4F37-4009-8435-63851EB92D4C}" type="parTrans" cxnId="{463FC927-4444-4052-855E-A01EC69CCC42}">
      <dgm:prSet/>
      <dgm:spPr/>
      <dgm:t>
        <a:bodyPr/>
        <a:lstStyle/>
        <a:p>
          <a:endParaRPr lang="en-US"/>
        </a:p>
      </dgm:t>
    </dgm:pt>
    <dgm:pt modelId="{531D1129-6796-4CB6-940C-7AD8165F728A}" type="sibTrans" cxnId="{463FC927-4444-4052-855E-A01EC69CCC42}">
      <dgm:prSet/>
      <dgm:spPr/>
      <dgm:t>
        <a:bodyPr/>
        <a:lstStyle/>
        <a:p>
          <a:endParaRPr lang="en-US"/>
        </a:p>
      </dgm:t>
    </dgm:pt>
    <dgm:pt modelId="{60916060-8B46-4C5F-B645-BC9BCD3DCB48}">
      <dgm:prSet/>
      <dgm:spPr/>
      <dgm:t>
        <a:bodyPr/>
        <a:lstStyle/>
        <a:p>
          <a:r>
            <a:rPr lang="en-US"/>
            <a:t>Classification target: </a:t>
          </a:r>
          <a:r>
            <a:rPr lang="en-US" err="1"/>
            <a:t>pass_fail</a:t>
          </a:r>
          <a:r>
            <a:rPr lang="en-US"/>
            <a:t> (binary).</a:t>
          </a:r>
        </a:p>
      </dgm:t>
    </dgm:pt>
    <dgm:pt modelId="{6DA02845-46B1-4AE3-8C3C-7A4DE6349F64}" type="parTrans" cxnId="{4BD023D1-B6A3-4627-AF9A-ECA4F964B143}">
      <dgm:prSet/>
      <dgm:spPr/>
      <dgm:t>
        <a:bodyPr/>
        <a:lstStyle/>
        <a:p>
          <a:endParaRPr lang="en-US"/>
        </a:p>
      </dgm:t>
    </dgm:pt>
    <dgm:pt modelId="{6A0CAD5B-427A-4AF4-8A49-B7A9AEB52EFF}" type="sibTrans" cxnId="{4BD023D1-B6A3-4627-AF9A-ECA4F964B143}">
      <dgm:prSet/>
      <dgm:spPr/>
      <dgm:t>
        <a:bodyPr/>
        <a:lstStyle/>
        <a:p>
          <a:endParaRPr lang="en-US"/>
        </a:p>
      </dgm:t>
    </dgm:pt>
    <dgm:pt modelId="{784D7F6D-4303-4E3F-A691-64A6E1F3D820}">
      <dgm:prSet/>
      <dgm:spPr/>
      <dgm:t>
        <a:bodyPr/>
        <a:lstStyle/>
        <a:p>
          <a:r>
            <a:rPr lang="en-US"/>
            <a:t>Derived from math, reading, and writing scores.</a:t>
          </a:r>
        </a:p>
      </dgm:t>
    </dgm:pt>
    <dgm:pt modelId="{0A978F24-52EC-423F-BA99-EFBE638E1E6F}" type="parTrans" cxnId="{F59FEA5A-7663-4A3B-AFE2-577B7CDC983E}">
      <dgm:prSet/>
      <dgm:spPr/>
      <dgm:t>
        <a:bodyPr/>
        <a:lstStyle/>
        <a:p>
          <a:endParaRPr lang="en-US"/>
        </a:p>
      </dgm:t>
    </dgm:pt>
    <dgm:pt modelId="{2F4AFE28-7278-4B0C-B8D6-292DFAAAE8D6}" type="sibTrans" cxnId="{F59FEA5A-7663-4A3B-AFE2-577B7CDC983E}">
      <dgm:prSet/>
      <dgm:spPr/>
      <dgm:t>
        <a:bodyPr/>
        <a:lstStyle/>
        <a:p>
          <a:endParaRPr lang="en-US"/>
        </a:p>
      </dgm:t>
    </dgm:pt>
    <dgm:pt modelId="{C3929155-C3FF-4606-B545-CD4A6C27507D}" type="pres">
      <dgm:prSet presAssocID="{B0FA6F9D-9BAE-4928-A6D0-58EF97A4B60A}" presName="root" presStyleCnt="0">
        <dgm:presLayoutVars>
          <dgm:dir/>
          <dgm:resizeHandles val="exact"/>
        </dgm:presLayoutVars>
      </dgm:prSet>
      <dgm:spPr/>
    </dgm:pt>
    <dgm:pt modelId="{2BD09AB4-DB66-4FBD-B7D2-00760D6B8BB5}" type="pres">
      <dgm:prSet presAssocID="{09332693-8660-40F1-A391-AE2F9D10C7D8}" presName="compNode" presStyleCnt="0"/>
      <dgm:spPr/>
    </dgm:pt>
    <dgm:pt modelId="{70B6DD70-E6BB-4548-8B62-DB923303F211}" type="pres">
      <dgm:prSet presAssocID="{09332693-8660-40F1-A391-AE2F9D10C7D8}" presName="bgRect" presStyleLbl="bgShp" presStyleIdx="0" presStyleCnt="3"/>
      <dgm:spPr/>
    </dgm:pt>
    <dgm:pt modelId="{925F457F-2328-4A5E-B031-F46DFE562D76}" type="pres">
      <dgm:prSet presAssocID="{09332693-8660-40F1-A391-AE2F9D10C7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64FA573-890F-4666-BD36-C6357F293CE5}" type="pres">
      <dgm:prSet presAssocID="{09332693-8660-40F1-A391-AE2F9D10C7D8}" presName="spaceRect" presStyleCnt="0"/>
      <dgm:spPr/>
    </dgm:pt>
    <dgm:pt modelId="{E54D9879-9B7B-405B-8296-8927AE0BCCF8}" type="pres">
      <dgm:prSet presAssocID="{09332693-8660-40F1-A391-AE2F9D10C7D8}" presName="parTx" presStyleLbl="revTx" presStyleIdx="0" presStyleCnt="3">
        <dgm:presLayoutVars>
          <dgm:chMax val="0"/>
          <dgm:chPref val="0"/>
        </dgm:presLayoutVars>
      </dgm:prSet>
      <dgm:spPr/>
    </dgm:pt>
    <dgm:pt modelId="{698A28C9-273E-4AC4-AA10-5E33651CAB0F}" type="pres">
      <dgm:prSet presAssocID="{531D1129-6796-4CB6-940C-7AD8165F728A}" presName="sibTrans" presStyleCnt="0"/>
      <dgm:spPr/>
    </dgm:pt>
    <dgm:pt modelId="{0B680F71-1E0E-4BD3-8424-C7BC374F2A00}" type="pres">
      <dgm:prSet presAssocID="{60916060-8B46-4C5F-B645-BC9BCD3DCB48}" presName="compNode" presStyleCnt="0"/>
      <dgm:spPr/>
    </dgm:pt>
    <dgm:pt modelId="{7FF0D222-564B-4C02-90C0-518D41242F36}" type="pres">
      <dgm:prSet presAssocID="{60916060-8B46-4C5F-B645-BC9BCD3DCB48}" presName="bgRect" presStyleLbl="bgShp" presStyleIdx="1" presStyleCnt="3"/>
      <dgm:spPr/>
    </dgm:pt>
    <dgm:pt modelId="{0A5E5615-DD35-4F85-A09B-187ADBBF0312}" type="pres">
      <dgm:prSet presAssocID="{60916060-8B46-4C5F-B645-BC9BCD3DCB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E2406A9-A6F3-4BE2-B115-E55C1B45E1E9}" type="pres">
      <dgm:prSet presAssocID="{60916060-8B46-4C5F-B645-BC9BCD3DCB48}" presName="spaceRect" presStyleCnt="0"/>
      <dgm:spPr/>
    </dgm:pt>
    <dgm:pt modelId="{E9F51373-F4F9-4169-AC8D-A44B294D0A4F}" type="pres">
      <dgm:prSet presAssocID="{60916060-8B46-4C5F-B645-BC9BCD3DCB48}" presName="parTx" presStyleLbl="revTx" presStyleIdx="1" presStyleCnt="3">
        <dgm:presLayoutVars>
          <dgm:chMax val="0"/>
          <dgm:chPref val="0"/>
        </dgm:presLayoutVars>
      </dgm:prSet>
      <dgm:spPr/>
    </dgm:pt>
    <dgm:pt modelId="{B8DE7304-70AF-4372-B4FD-6858BA1012F8}" type="pres">
      <dgm:prSet presAssocID="{6A0CAD5B-427A-4AF4-8A49-B7A9AEB52EFF}" presName="sibTrans" presStyleCnt="0"/>
      <dgm:spPr/>
    </dgm:pt>
    <dgm:pt modelId="{21189CB9-5BA5-4E23-8C51-7E177326035D}" type="pres">
      <dgm:prSet presAssocID="{784D7F6D-4303-4E3F-A691-64A6E1F3D820}" presName="compNode" presStyleCnt="0"/>
      <dgm:spPr/>
    </dgm:pt>
    <dgm:pt modelId="{45752475-7C5D-4549-84FA-693BCE5B9B28}" type="pres">
      <dgm:prSet presAssocID="{784D7F6D-4303-4E3F-A691-64A6E1F3D820}" presName="bgRect" presStyleLbl="bgShp" presStyleIdx="2" presStyleCnt="3"/>
      <dgm:spPr/>
    </dgm:pt>
    <dgm:pt modelId="{346CE164-2CDC-40A6-89E8-1F8B850D6442}" type="pres">
      <dgm:prSet presAssocID="{784D7F6D-4303-4E3F-A691-64A6E1F3D8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B398334C-C36F-4004-B076-CA9C3AD802DB}" type="pres">
      <dgm:prSet presAssocID="{784D7F6D-4303-4E3F-A691-64A6E1F3D820}" presName="spaceRect" presStyleCnt="0"/>
      <dgm:spPr/>
    </dgm:pt>
    <dgm:pt modelId="{17A49B8F-36DB-45C2-95CB-9B74F61641C5}" type="pres">
      <dgm:prSet presAssocID="{784D7F6D-4303-4E3F-A691-64A6E1F3D8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97BD61A-0229-434E-8B88-0E24FE5F50B2}" type="presOf" srcId="{09332693-8660-40F1-A391-AE2F9D10C7D8}" destId="{E54D9879-9B7B-405B-8296-8927AE0BCCF8}" srcOrd="0" destOrd="0" presId="urn:microsoft.com/office/officeart/2018/2/layout/IconVerticalSolidList"/>
    <dgm:cxn modelId="{463FC927-4444-4052-855E-A01EC69CCC42}" srcId="{B0FA6F9D-9BAE-4928-A6D0-58EF97A4B60A}" destId="{09332693-8660-40F1-A391-AE2F9D10C7D8}" srcOrd="0" destOrd="0" parTransId="{D1C4FFAC-4F37-4009-8435-63851EB92D4C}" sibTransId="{531D1129-6796-4CB6-940C-7AD8165F728A}"/>
    <dgm:cxn modelId="{568F3D53-FA2F-442B-9223-5239CFC4BB6F}" type="presOf" srcId="{B0FA6F9D-9BAE-4928-A6D0-58EF97A4B60A}" destId="{C3929155-C3FF-4606-B545-CD4A6C27507D}" srcOrd="0" destOrd="0" presId="urn:microsoft.com/office/officeart/2018/2/layout/IconVerticalSolidList"/>
    <dgm:cxn modelId="{A422A159-0601-4CF4-9E92-CF1731EA3971}" type="presOf" srcId="{784D7F6D-4303-4E3F-A691-64A6E1F3D820}" destId="{17A49B8F-36DB-45C2-95CB-9B74F61641C5}" srcOrd="0" destOrd="0" presId="urn:microsoft.com/office/officeart/2018/2/layout/IconVerticalSolidList"/>
    <dgm:cxn modelId="{F59FEA5A-7663-4A3B-AFE2-577B7CDC983E}" srcId="{B0FA6F9D-9BAE-4928-A6D0-58EF97A4B60A}" destId="{784D7F6D-4303-4E3F-A691-64A6E1F3D820}" srcOrd="2" destOrd="0" parTransId="{0A978F24-52EC-423F-BA99-EFBE638E1E6F}" sibTransId="{2F4AFE28-7278-4B0C-B8D6-292DFAAAE8D6}"/>
    <dgm:cxn modelId="{B2EA257C-2F04-4AC0-BBC4-60A968E7DBD8}" type="presOf" srcId="{60916060-8B46-4C5F-B645-BC9BCD3DCB48}" destId="{E9F51373-F4F9-4169-AC8D-A44B294D0A4F}" srcOrd="0" destOrd="0" presId="urn:microsoft.com/office/officeart/2018/2/layout/IconVerticalSolidList"/>
    <dgm:cxn modelId="{4BD023D1-B6A3-4627-AF9A-ECA4F964B143}" srcId="{B0FA6F9D-9BAE-4928-A6D0-58EF97A4B60A}" destId="{60916060-8B46-4C5F-B645-BC9BCD3DCB48}" srcOrd="1" destOrd="0" parTransId="{6DA02845-46B1-4AE3-8C3C-7A4DE6349F64}" sibTransId="{6A0CAD5B-427A-4AF4-8A49-B7A9AEB52EFF}"/>
    <dgm:cxn modelId="{D5B2B6FB-AE64-45DA-9954-1964CEA4C907}" type="presParOf" srcId="{C3929155-C3FF-4606-B545-CD4A6C27507D}" destId="{2BD09AB4-DB66-4FBD-B7D2-00760D6B8BB5}" srcOrd="0" destOrd="0" presId="urn:microsoft.com/office/officeart/2018/2/layout/IconVerticalSolidList"/>
    <dgm:cxn modelId="{1A3C61E1-E26A-4CEE-A649-BA9432BD249E}" type="presParOf" srcId="{2BD09AB4-DB66-4FBD-B7D2-00760D6B8BB5}" destId="{70B6DD70-E6BB-4548-8B62-DB923303F211}" srcOrd="0" destOrd="0" presId="urn:microsoft.com/office/officeart/2018/2/layout/IconVerticalSolidList"/>
    <dgm:cxn modelId="{73AA745C-6C9C-4F07-9557-78072F12ABEC}" type="presParOf" srcId="{2BD09AB4-DB66-4FBD-B7D2-00760D6B8BB5}" destId="{925F457F-2328-4A5E-B031-F46DFE562D76}" srcOrd="1" destOrd="0" presId="urn:microsoft.com/office/officeart/2018/2/layout/IconVerticalSolidList"/>
    <dgm:cxn modelId="{B3BB1DB0-5DFE-4C43-9D94-64E5547002E1}" type="presParOf" srcId="{2BD09AB4-DB66-4FBD-B7D2-00760D6B8BB5}" destId="{764FA573-890F-4666-BD36-C6357F293CE5}" srcOrd="2" destOrd="0" presId="urn:microsoft.com/office/officeart/2018/2/layout/IconVerticalSolidList"/>
    <dgm:cxn modelId="{76E07C27-C0FF-45C8-A93F-622A96F24296}" type="presParOf" srcId="{2BD09AB4-DB66-4FBD-B7D2-00760D6B8BB5}" destId="{E54D9879-9B7B-405B-8296-8927AE0BCCF8}" srcOrd="3" destOrd="0" presId="urn:microsoft.com/office/officeart/2018/2/layout/IconVerticalSolidList"/>
    <dgm:cxn modelId="{63FD2FB4-97EF-436E-B1A2-74937FE46232}" type="presParOf" srcId="{C3929155-C3FF-4606-B545-CD4A6C27507D}" destId="{698A28C9-273E-4AC4-AA10-5E33651CAB0F}" srcOrd="1" destOrd="0" presId="urn:microsoft.com/office/officeart/2018/2/layout/IconVerticalSolidList"/>
    <dgm:cxn modelId="{02304C1B-9920-4F4F-8FF0-26F4ED1C70B8}" type="presParOf" srcId="{C3929155-C3FF-4606-B545-CD4A6C27507D}" destId="{0B680F71-1E0E-4BD3-8424-C7BC374F2A00}" srcOrd="2" destOrd="0" presId="urn:microsoft.com/office/officeart/2018/2/layout/IconVerticalSolidList"/>
    <dgm:cxn modelId="{3E87A979-358C-4C15-8251-7277BF2BFE73}" type="presParOf" srcId="{0B680F71-1E0E-4BD3-8424-C7BC374F2A00}" destId="{7FF0D222-564B-4C02-90C0-518D41242F36}" srcOrd="0" destOrd="0" presId="urn:microsoft.com/office/officeart/2018/2/layout/IconVerticalSolidList"/>
    <dgm:cxn modelId="{7380D396-848C-44EC-81DF-2FC14F3819C0}" type="presParOf" srcId="{0B680F71-1E0E-4BD3-8424-C7BC374F2A00}" destId="{0A5E5615-DD35-4F85-A09B-187ADBBF0312}" srcOrd="1" destOrd="0" presId="urn:microsoft.com/office/officeart/2018/2/layout/IconVerticalSolidList"/>
    <dgm:cxn modelId="{F9021C7B-2883-487F-98F1-E6CAE15ABE0F}" type="presParOf" srcId="{0B680F71-1E0E-4BD3-8424-C7BC374F2A00}" destId="{2E2406A9-A6F3-4BE2-B115-E55C1B45E1E9}" srcOrd="2" destOrd="0" presId="urn:microsoft.com/office/officeart/2018/2/layout/IconVerticalSolidList"/>
    <dgm:cxn modelId="{31711BFB-DAC0-46EA-A25B-BB5A2D7972C7}" type="presParOf" srcId="{0B680F71-1E0E-4BD3-8424-C7BC374F2A00}" destId="{E9F51373-F4F9-4169-AC8D-A44B294D0A4F}" srcOrd="3" destOrd="0" presId="urn:microsoft.com/office/officeart/2018/2/layout/IconVerticalSolidList"/>
    <dgm:cxn modelId="{C023D086-193A-4557-BE2C-5147AA543F77}" type="presParOf" srcId="{C3929155-C3FF-4606-B545-CD4A6C27507D}" destId="{B8DE7304-70AF-4372-B4FD-6858BA1012F8}" srcOrd="3" destOrd="0" presId="urn:microsoft.com/office/officeart/2018/2/layout/IconVerticalSolidList"/>
    <dgm:cxn modelId="{7F5399AA-C462-4FFF-B338-A0193722D6C1}" type="presParOf" srcId="{C3929155-C3FF-4606-B545-CD4A6C27507D}" destId="{21189CB9-5BA5-4E23-8C51-7E177326035D}" srcOrd="4" destOrd="0" presId="urn:microsoft.com/office/officeart/2018/2/layout/IconVerticalSolidList"/>
    <dgm:cxn modelId="{9CC2FB60-077A-4F29-89B3-4660FDA3A807}" type="presParOf" srcId="{21189CB9-5BA5-4E23-8C51-7E177326035D}" destId="{45752475-7C5D-4549-84FA-693BCE5B9B28}" srcOrd="0" destOrd="0" presId="urn:microsoft.com/office/officeart/2018/2/layout/IconVerticalSolidList"/>
    <dgm:cxn modelId="{4E13E59C-7DEE-47BD-85D0-77D5705F0969}" type="presParOf" srcId="{21189CB9-5BA5-4E23-8C51-7E177326035D}" destId="{346CE164-2CDC-40A6-89E8-1F8B850D6442}" srcOrd="1" destOrd="0" presId="urn:microsoft.com/office/officeart/2018/2/layout/IconVerticalSolidList"/>
    <dgm:cxn modelId="{3521D7ED-50FB-4A97-B229-6FCA3DCB90B3}" type="presParOf" srcId="{21189CB9-5BA5-4E23-8C51-7E177326035D}" destId="{B398334C-C36F-4004-B076-CA9C3AD802DB}" srcOrd="2" destOrd="0" presId="urn:microsoft.com/office/officeart/2018/2/layout/IconVerticalSolidList"/>
    <dgm:cxn modelId="{1501AA5D-FC2C-417A-8D07-8DA50193E6A8}" type="presParOf" srcId="{21189CB9-5BA5-4E23-8C51-7E177326035D}" destId="{17A49B8F-36DB-45C2-95CB-9B74F61641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444156-FC69-4E92-9D0A-C778A2237A4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E6E2B0-629B-4682-87D8-95C2F952D0D2}">
      <dgm:prSet/>
      <dgm:spPr/>
      <dgm:t>
        <a:bodyPr/>
        <a:lstStyle/>
        <a:p>
          <a:pPr rtl="0"/>
          <a:r>
            <a:rPr lang="en-US"/>
            <a:t>Computed </a:t>
          </a:r>
          <a:r>
            <a:rPr lang="en-US" err="1"/>
            <a:t>average_score</a:t>
          </a:r>
          <a:r>
            <a:rPr lang="en-US"/>
            <a:t> = (math + reading + writing)/3.</a:t>
          </a:r>
          <a:endParaRPr lang="en-US">
            <a:latin typeface="Calibri"/>
          </a:endParaRPr>
        </a:p>
      </dgm:t>
    </dgm:pt>
    <dgm:pt modelId="{7E58065C-FDE7-4E5C-A57C-FCF01DC1A8AE}" type="parTrans" cxnId="{AF2DA1DC-D63B-4821-A401-0D4E01728212}">
      <dgm:prSet/>
      <dgm:spPr/>
      <dgm:t>
        <a:bodyPr/>
        <a:lstStyle/>
        <a:p>
          <a:endParaRPr lang="en-US"/>
        </a:p>
      </dgm:t>
    </dgm:pt>
    <dgm:pt modelId="{ED123A7D-6A6A-4AA4-AFAB-A491BB35B262}" type="sibTrans" cxnId="{AF2DA1DC-D63B-4821-A401-0D4E01728212}">
      <dgm:prSet/>
      <dgm:spPr/>
      <dgm:t>
        <a:bodyPr/>
        <a:lstStyle/>
        <a:p>
          <a:endParaRPr lang="en-US"/>
        </a:p>
      </dgm:t>
    </dgm:pt>
    <dgm:pt modelId="{272C0A7C-D4F6-4228-A651-66F1967554B5}">
      <dgm:prSet/>
      <dgm:spPr/>
      <dgm:t>
        <a:bodyPr/>
        <a:lstStyle/>
        <a:p>
          <a:r>
            <a:rPr lang="en-US"/>
            <a:t>New variables improve model focus.</a:t>
          </a:r>
        </a:p>
      </dgm:t>
    </dgm:pt>
    <dgm:pt modelId="{F8907F0D-09AF-4DD1-8089-29F9ABD15B43}" type="parTrans" cxnId="{A276D6B8-C647-40C4-8570-146002B6A042}">
      <dgm:prSet/>
      <dgm:spPr/>
      <dgm:t>
        <a:bodyPr/>
        <a:lstStyle/>
        <a:p>
          <a:endParaRPr lang="en-US"/>
        </a:p>
      </dgm:t>
    </dgm:pt>
    <dgm:pt modelId="{20FE71CE-2B28-4FA1-842C-A66667964F6A}" type="sibTrans" cxnId="{A276D6B8-C647-40C4-8570-146002B6A042}">
      <dgm:prSet/>
      <dgm:spPr/>
      <dgm:t>
        <a:bodyPr/>
        <a:lstStyle/>
        <a:p>
          <a:endParaRPr lang="en-US"/>
        </a:p>
      </dgm:t>
    </dgm:pt>
    <dgm:pt modelId="{D3801F5F-1552-4397-A108-B7C60583DFF7}">
      <dgm:prSet phldr="0"/>
      <dgm:spPr/>
      <dgm:t>
        <a:bodyPr/>
        <a:lstStyle/>
        <a:p>
          <a:r>
            <a:rPr lang="en-US" err="1"/>
            <a:t>pass_fail</a:t>
          </a:r>
          <a:r>
            <a:rPr lang="en-US"/>
            <a:t> = 'pass' if average &gt;= 60, else 'fail'.</a:t>
          </a:r>
          <a:endParaRPr lang="en-GB"/>
        </a:p>
      </dgm:t>
    </dgm:pt>
    <dgm:pt modelId="{9DE1C556-6392-43F6-9B52-EA844CD5471D}" type="parTrans" cxnId="{F4A691D0-8AE0-44EB-9A4B-1F3DB974F57C}">
      <dgm:prSet/>
      <dgm:spPr/>
    </dgm:pt>
    <dgm:pt modelId="{A63F5813-4FA4-4C6F-9767-74250EE5C40F}" type="sibTrans" cxnId="{F4A691D0-8AE0-44EB-9A4B-1F3DB974F57C}">
      <dgm:prSet/>
      <dgm:spPr/>
    </dgm:pt>
    <dgm:pt modelId="{88B2007F-F810-4C7A-8ACC-76C9EC5DDB12}" type="pres">
      <dgm:prSet presAssocID="{C7444156-FC69-4E92-9D0A-C778A2237A44}" presName="linear" presStyleCnt="0">
        <dgm:presLayoutVars>
          <dgm:animLvl val="lvl"/>
          <dgm:resizeHandles val="exact"/>
        </dgm:presLayoutVars>
      </dgm:prSet>
      <dgm:spPr/>
    </dgm:pt>
    <dgm:pt modelId="{1E252116-26DC-48EF-BB27-B74A14A4279B}" type="pres">
      <dgm:prSet presAssocID="{7EE6E2B0-629B-4682-87D8-95C2F952D0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5B0ECE2-F1E3-4B3D-905A-94AA667390AC}" type="pres">
      <dgm:prSet presAssocID="{ED123A7D-6A6A-4AA4-AFAB-A491BB35B262}" presName="spacer" presStyleCnt="0"/>
      <dgm:spPr/>
    </dgm:pt>
    <dgm:pt modelId="{C4B0E9E4-25C1-44BD-8ED0-AD8928E98517}" type="pres">
      <dgm:prSet presAssocID="{D3801F5F-1552-4397-A108-B7C60583DFF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C3E13D-898A-45B7-B4B6-727D1571CEAE}" type="pres">
      <dgm:prSet presAssocID="{A63F5813-4FA4-4C6F-9767-74250EE5C40F}" presName="spacer" presStyleCnt="0"/>
      <dgm:spPr/>
    </dgm:pt>
    <dgm:pt modelId="{1BC23BAF-7FDF-41E2-ACC8-1203A7F877E8}" type="pres">
      <dgm:prSet presAssocID="{272C0A7C-D4F6-4228-A651-66F1967554B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22AC008-8E77-4E86-B88B-83A1B39581A3}" type="presOf" srcId="{272C0A7C-D4F6-4228-A651-66F1967554B5}" destId="{1BC23BAF-7FDF-41E2-ACC8-1203A7F877E8}" srcOrd="0" destOrd="0" presId="urn:microsoft.com/office/officeart/2005/8/layout/vList2"/>
    <dgm:cxn modelId="{DE384B28-94D4-4D74-B881-51B6CA9C8E2B}" type="presOf" srcId="{C7444156-FC69-4E92-9D0A-C778A2237A44}" destId="{88B2007F-F810-4C7A-8ACC-76C9EC5DDB12}" srcOrd="0" destOrd="0" presId="urn:microsoft.com/office/officeart/2005/8/layout/vList2"/>
    <dgm:cxn modelId="{FE53F150-8EFA-4A6E-AEDB-2175D4D7F7E2}" type="presOf" srcId="{D3801F5F-1552-4397-A108-B7C60583DFF7}" destId="{C4B0E9E4-25C1-44BD-8ED0-AD8928E98517}" srcOrd="0" destOrd="0" presId="urn:microsoft.com/office/officeart/2005/8/layout/vList2"/>
    <dgm:cxn modelId="{5FE00453-6921-445F-99B0-BE9866022BA5}" type="presOf" srcId="{7EE6E2B0-629B-4682-87D8-95C2F952D0D2}" destId="{1E252116-26DC-48EF-BB27-B74A14A4279B}" srcOrd="0" destOrd="0" presId="urn:microsoft.com/office/officeart/2005/8/layout/vList2"/>
    <dgm:cxn modelId="{A276D6B8-C647-40C4-8570-146002B6A042}" srcId="{C7444156-FC69-4E92-9D0A-C778A2237A44}" destId="{272C0A7C-D4F6-4228-A651-66F1967554B5}" srcOrd="2" destOrd="0" parTransId="{F8907F0D-09AF-4DD1-8089-29F9ABD15B43}" sibTransId="{20FE71CE-2B28-4FA1-842C-A66667964F6A}"/>
    <dgm:cxn modelId="{F4A691D0-8AE0-44EB-9A4B-1F3DB974F57C}" srcId="{C7444156-FC69-4E92-9D0A-C778A2237A44}" destId="{D3801F5F-1552-4397-A108-B7C60583DFF7}" srcOrd="1" destOrd="0" parTransId="{9DE1C556-6392-43F6-9B52-EA844CD5471D}" sibTransId="{A63F5813-4FA4-4C6F-9767-74250EE5C40F}"/>
    <dgm:cxn modelId="{AF2DA1DC-D63B-4821-A401-0D4E01728212}" srcId="{C7444156-FC69-4E92-9D0A-C778A2237A44}" destId="{7EE6E2B0-629B-4682-87D8-95C2F952D0D2}" srcOrd="0" destOrd="0" parTransId="{7E58065C-FDE7-4E5C-A57C-FCF01DC1A8AE}" sibTransId="{ED123A7D-6A6A-4AA4-AFAB-A491BB35B262}"/>
    <dgm:cxn modelId="{87601184-6158-4FBB-9D65-6B182DD0CA47}" type="presParOf" srcId="{88B2007F-F810-4C7A-8ACC-76C9EC5DDB12}" destId="{1E252116-26DC-48EF-BB27-B74A14A4279B}" srcOrd="0" destOrd="0" presId="urn:microsoft.com/office/officeart/2005/8/layout/vList2"/>
    <dgm:cxn modelId="{DA274ACA-3DBD-44DA-9F0E-447CC30E3E60}" type="presParOf" srcId="{88B2007F-F810-4C7A-8ACC-76C9EC5DDB12}" destId="{15B0ECE2-F1E3-4B3D-905A-94AA667390AC}" srcOrd="1" destOrd="0" presId="urn:microsoft.com/office/officeart/2005/8/layout/vList2"/>
    <dgm:cxn modelId="{391D8ED3-52E3-43C0-8909-CD6D3004D947}" type="presParOf" srcId="{88B2007F-F810-4C7A-8ACC-76C9EC5DDB12}" destId="{C4B0E9E4-25C1-44BD-8ED0-AD8928E98517}" srcOrd="2" destOrd="0" presId="urn:microsoft.com/office/officeart/2005/8/layout/vList2"/>
    <dgm:cxn modelId="{B46A06E5-467D-4358-85A2-72CA3007DF2B}" type="presParOf" srcId="{88B2007F-F810-4C7A-8ACC-76C9EC5DDB12}" destId="{26C3E13D-898A-45B7-B4B6-727D1571CEAE}" srcOrd="3" destOrd="0" presId="urn:microsoft.com/office/officeart/2005/8/layout/vList2"/>
    <dgm:cxn modelId="{90D55227-CADA-447D-A40A-9B36A0DA8238}" type="presParOf" srcId="{88B2007F-F810-4C7A-8ACC-76C9EC5DDB12}" destId="{1BC23BAF-7FDF-41E2-ACC8-1203A7F877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15B76D5-9302-47EF-92CB-C40991215A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D6DE6D-80F3-4436-BF20-04D968E8E544}">
      <dgm:prSet/>
      <dgm:spPr/>
      <dgm:t>
        <a:bodyPr/>
        <a:lstStyle/>
        <a:p>
          <a:r>
            <a:rPr lang="en-US"/>
            <a:t>No missing or duplicate values.</a:t>
          </a:r>
        </a:p>
      </dgm:t>
    </dgm:pt>
    <dgm:pt modelId="{AB3A6EEA-FEDC-4AA2-896A-245848BD411A}" type="parTrans" cxnId="{4AE6B40B-E4CB-4223-A3CF-B0D56EDD346C}">
      <dgm:prSet/>
      <dgm:spPr/>
      <dgm:t>
        <a:bodyPr/>
        <a:lstStyle/>
        <a:p>
          <a:endParaRPr lang="en-US"/>
        </a:p>
      </dgm:t>
    </dgm:pt>
    <dgm:pt modelId="{0EADE564-B2DC-415B-9A62-5D7EBA7F33FE}" type="sibTrans" cxnId="{4AE6B40B-E4CB-4223-A3CF-B0D56EDD346C}">
      <dgm:prSet/>
      <dgm:spPr/>
      <dgm:t>
        <a:bodyPr/>
        <a:lstStyle/>
        <a:p>
          <a:endParaRPr lang="en-US"/>
        </a:p>
      </dgm:t>
    </dgm:pt>
    <dgm:pt modelId="{86019A62-B8DA-454A-AE0D-E7D693BC53C4}">
      <dgm:prSet/>
      <dgm:spPr/>
      <dgm:t>
        <a:bodyPr/>
        <a:lstStyle/>
        <a:p>
          <a:r>
            <a:rPr lang="en-US"/>
            <a:t>Nominal to numerical conversion performed.</a:t>
          </a:r>
        </a:p>
      </dgm:t>
    </dgm:pt>
    <dgm:pt modelId="{5133CD57-5267-44F9-AC9F-806342948CAF}" type="parTrans" cxnId="{FED5E7F2-B830-43D6-BE32-66D62E0D0136}">
      <dgm:prSet/>
      <dgm:spPr/>
      <dgm:t>
        <a:bodyPr/>
        <a:lstStyle/>
        <a:p>
          <a:endParaRPr lang="en-US"/>
        </a:p>
      </dgm:t>
    </dgm:pt>
    <dgm:pt modelId="{20BBD0F3-627C-4690-88D5-95E46DF1093F}" type="sibTrans" cxnId="{FED5E7F2-B830-43D6-BE32-66D62E0D0136}">
      <dgm:prSet/>
      <dgm:spPr/>
      <dgm:t>
        <a:bodyPr/>
        <a:lstStyle/>
        <a:p>
          <a:endParaRPr lang="en-US"/>
        </a:p>
      </dgm:t>
    </dgm:pt>
    <dgm:pt modelId="{3E45CF3D-97E9-44B6-A27D-14C08786FAA8}">
      <dgm:prSet/>
      <dgm:spPr/>
      <dgm:t>
        <a:bodyPr/>
        <a:lstStyle/>
        <a:p>
          <a:r>
            <a:rPr lang="en-US"/>
            <a:t>Used 70/30 split for training and testing datasets.</a:t>
          </a:r>
        </a:p>
      </dgm:t>
    </dgm:pt>
    <dgm:pt modelId="{D30AE7F0-75C5-459C-8E51-8FB25708F468}" type="parTrans" cxnId="{651C8CC6-C672-4E07-987E-FBD3E1366E69}">
      <dgm:prSet/>
      <dgm:spPr/>
      <dgm:t>
        <a:bodyPr/>
        <a:lstStyle/>
        <a:p>
          <a:endParaRPr lang="en-US"/>
        </a:p>
      </dgm:t>
    </dgm:pt>
    <dgm:pt modelId="{D2A2775B-B9F6-48EC-870E-7553B0672558}" type="sibTrans" cxnId="{651C8CC6-C672-4E07-987E-FBD3E1366E69}">
      <dgm:prSet/>
      <dgm:spPr/>
      <dgm:t>
        <a:bodyPr/>
        <a:lstStyle/>
        <a:p>
          <a:endParaRPr lang="en-US"/>
        </a:p>
      </dgm:t>
    </dgm:pt>
    <dgm:pt modelId="{8F54C951-968F-42F9-AD1F-3498D7F6D1A4}" type="pres">
      <dgm:prSet presAssocID="{815B76D5-9302-47EF-92CB-C40991215AD8}" presName="linear" presStyleCnt="0">
        <dgm:presLayoutVars>
          <dgm:animLvl val="lvl"/>
          <dgm:resizeHandles val="exact"/>
        </dgm:presLayoutVars>
      </dgm:prSet>
      <dgm:spPr/>
    </dgm:pt>
    <dgm:pt modelId="{4D141DC2-E226-4D6C-BFF9-B926A31CA081}" type="pres">
      <dgm:prSet presAssocID="{E5D6DE6D-80F3-4436-BF20-04D968E8E54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7AE94C0-319F-4148-A881-A7400C3BF163}" type="pres">
      <dgm:prSet presAssocID="{0EADE564-B2DC-415B-9A62-5D7EBA7F33FE}" presName="spacer" presStyleCnt="0"/>
      <dgm:spPr/>
    </dgm:pt>
    <dgm:pt modelId="{E07CC818-E2C6-44E9-8D81-DBCB9C1D849B}" type="pres">
      <dgm:prSet presAssocID="{86019A62-B8DA-454A-AE0D-E7D693BC53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3A4DE0-9586-416F-8675-208DD0FC383D}" type="pres">
      <dgm:prSet presAssocID="{20BBD0F3-627C-4690-88D5-95E46DF1093F}" presName="spacer" presStyleCnt="0"/>
      <dgm:spPr/>
    </dgm:pt>
    <dgm:pt modelId="{4E9629AF-EC9E-479F-B2BC-0924E6B68614}" type="pres">
      <dgm:prSet presAssocID="{3E45CF3D-97E9-44B6-A27D-14C08786FAA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6B40B-E4CB-4223-A3CF-B0D56EDD346C}" srcId="{815B76D5-9302-47EF-92CB-C40991215AD8}" destId="{E5D6DE6D-80F3-4436-BF20-04D968E8E544}" srcOrd="0" destOrd="0" parTransId="{AB3A6EEA-FEDC-4AA2-896A-245848BD411A}" sibTransId="{0EADE564-B2DC-415B-9A62-5D7EBA7F33FE}"/>
    <dgm:cxn modelId="{B3FAED79-F5C1-4B38-ACA1-1EA97FBED258}" type="presOf" srcId="{815B76D5-9302-47EF-92CB-C40991215AD8}" destId="{8F54C951-968F-42F9-AD1F-3498D7F6D1A4}" srcOrd="0" destOrd="0" presId="urn:microsoft.com/office/officeart/2005/8/layout/vList2"/>
    <dgm:cxn modelId="{69F8827C-0C63-4F74-8459-AEE5A2FAE3F1}" type="presOf" srcId="{3E45CF3D-97E9-44B6-A27D-14C08786FAA8}" destId="{4E9629AF-EC9E-479F-B2BC-0924E6B68614}" srcOrd="0" destOrd="0" presId="urn:microsoft.com/office/officeart/2005/8/layout/vList2"/>
    <dgm:cxn modelId="{BEECE58B-5C49-463D-BCB7-DDB9BCAC7656}" type="presOf" srcId="{E5D6DE6D-80F3-4436-BF20-04D968E8E544}" destId="{4D141DC2-E226-4D6C-BFF9-B926A31CA081}" srcOrd="0" destOrd="0" presId="urn:microsoft.com/office/officeart/2005/8/layout/vList2"/>
    <dgm:cxn modelId="{25CB57A0-75C0-4AE5-B070-FF77525B8988}" type="presOf" srcId="{86019A62-B8DA-454A-AE0D-E7D693BC53C4}" destId="{E07CC818-E2C6-44E9-8D81-DBCB9C1D849B}" srcOrd="0" destOrd="0" presId="urn:microsoft.com/office/officeart/2005/8/layout/vList2"/>
    <dgm:cxn modelId="{651C8CC6-C672-4E07-987E-FBD3E1366E69}" srcId="{815B76D5-9302-47EF-92CB-C40991215AD8}" destId="{3E45CF3D-97E9-44B6-A27D-14C08786FAA8}" srcOrd="2" destOrd="0" parTransId="{D30AE7F0-75C5-459C-8E51-8FB25708F468}" sibTransId="{D2A2775B-B9F6-48EC-870E-7553B0672558}"/>
    <dgm:cxn modelId="{FED5E7F2-B830-43D6-BE32-66D62E0D0136}" srcId="{815B76D5-9302-47EF-92CB-C40991215AD8}" destId="{86019A62-B8DA-454A-AE0D-E7D693BC53C4}" srcOrd="1" destOrd="0" parTransId="{5133CD57-5267-44F9-AC9F-806342948CAF}" sibTransId="{20BBD0F3-627C-4690-88D5-95E46DF1093F}"/>
    <dgm:cxn modelId="{4E269C47-B5F2-47CA-800D-69DB52B57B52}" type="presParOf" srcId="{8F54C951-968F-42F9-AD1F-3498D7F6D1A4}" destId="{4D141DC2-E226-4D6C-BFF9-B926A31CA081}" srcOrd="0" destOrd="0" presId="urn:microsoft.com/office/officeart/2005/8/layout/vList2"/>
    <dgm:cxn modelId="{11D5E8B6-8E36-4698-9551-7E4D476F4EE5}" type="presParOf" srcId="{8F54C951-968F-42F9-AD1F-3498D7F6D1A4}" destId="{87AE94C0-319F-4148-A881-A7400C3BF163}" srcOrd="1" destOrd="0" presId="urn:microsoft.com/office/officeart/2005/8/layout/vList2"/>
    <dgm:cxn modelId="{44B2AD0C-F4C6-4679-BEA8-699BAF38FA10}" type="presParOf" srcId="{8F54C951-968F-42F9-AD1F-3498D7F6D1A4}" destId="{E07CC818-E2C6-44E9-8D81-DBCB9C1D849B}" srcOrd="2" destOrd="0" presId="urn:microsoft.com/office/officeart/2005/8/layout/vList2"/>
    <dgm:cxn modelId="{5B3F700C-0584-47CD-9D8C-031FED8203F1}" type="presParOf" srcId="{8F54C951-968F-42F9-AD1F-3498D7F6D1A4}" destId="{443A4DE0-9586-416F-8675-208DD0FC383D}" srcOrd="3" destOrd="0" presId="urn:microsoft.com/office/officeart/2005/8/layout/vList2"/>
    <dgm:cxn modelId="{A2FEE324-D560-48F1-83BD-8485B919476F}" type="presParOf" srcId="{8F54C951-968F-42F9-AD1F-3498D7F6D1A4}" destId="{4E9629AF-EC9E-479F-B2BC-0924E6B6861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0225E3-3B11-4B9D-BC7D-2F47B36E84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207682-0F14-4CB7-9454-C69922821170}">
      <dgm:prSet/>
      <dgm:spPr/>
      <dgm:t>
        <a:bodyPr/>
        <a:lstStyle/>
        <a:p>
          <a:r>
            <a:rPr lang="en-US"/>
            <a:t>Selected relevant attributes based on correlation.</a:t>
          </a:r>
        </a:p>
      </dgm:t>
    </dgm:pt>
    <dgm:pt modelId="{04D75E2D-07C9-47A4-80A7-76EE92533CFE}" type="parTrans" cxnId="{DC287138-6878-42F6-88ED-84CD1F80D064}">
      <dgm:prSet/>
      <dgm:spPr/>
      <dgm:t>
        <a:bodyPr/>
        <a:lstStyle/>
        <a:p>
          <a:endParaRPr lang="en-US"/>
        </a:p>
      </dgm:t>
    </dgm:pt>
    <dgm:pt modelId="{684ACF07-853D-4E38-8325-56DAB81311C6}" type="sibTrans" cxnId="{DC287138-6878-42F6-88ED-84CD1F80D064}">
      <dgm:prSet/>
      <dgm:spPr/>
      <dgm:t>
        <a:bodyPr/>
        <a:lstStyle/>
        <a:p>
          <a:endParaRPr lang="en-US"/>
        </a:p>
      </dgm:t>
    </dgm:pt>
    <dgm:pt modelId="{CE1D650F-A517-4271-A707-0968E9FAFE83}">
      <dgm:prSet/>
      <dgm:spPr/>
      <dgm:t>
        <a:bodyPr/>
        <a:lstStyle/>
        <a:p>
          <a:r>
            <a:rPr lang="en-US"/>
            <a:t>Strong predictors: test preparation, parental education.</a:t>
          </a:r>
        </a:p>
      </dgm:t>
    </dgm:pt>
    <dgm:pt modelId="{A548C70E-DE14-40B0-98C7-405644F404AF}" type="parTrans" cxnId="{A4FA93DB-12EC-41D9-BBA8-A2B47CCC3471}">
      <dgm:prSet/>
      <dgm:spPr/>
      <dgm:t>
        <a:bodyPr/>
        <a:lstStyle/>
        <a:p>
          <a:endParaRPr lang="en-US"/>
        </a:p>
      </dgm:t>
    </dgm:pt>
    <dgm:pt modelId="{530DCBB4-726C-4A1C-98E1-FCDED2492C73}" type="sibTrans" cxnId="{A4FA93DB-12EC-41D9-BBA8-A2B47CCC3471}">
      <dgm:prSet/>
      <dgm:spPr/>
      <dgm:t>
        <a:bodyPr/>
        <a:lstStyle/>
        <a:p>
          <a:endParaRPr lang="en-US"/>
        </a:p>
      </dgm:t>
    </dgm:pt>
    <dgm:pt modelId="{AFAC14D1-A95B-42CD-84F8-1319F1214FFE}">
      <dgm:prSet/>
      <dgm:spPr/>
      <dgm:t>
        <a:bodyPr/>
        <a:lstStyle/>
        <a:p>
          <a:r>
            <a:rPr lang="en-US"/>
            <a:t>Avoided multicollinearity.</a:t>
          </a:r>
        </a:p>
      </dgm:t>
    </dgm:pt>
    <dgm:pt modelId="{F234AA78-D5B6-4AA8-BA52-B26F3AAEF235}" type="parTrans" cxnId="{B18D9DFE-FF3F-40F2-A21A-E441ED276993}">
      <dgm:prSet/>
      <dgm:spPr/>
      <dgm:t>
        <a:bodyPr/>
        <a:lstStyle/>
        <a:p>
          <a:endParaRPr lang="en-US"/>
        </a:p>
      </dgm:t>
    </dgm:pt>
    <dgm:pt modelId="{17D5BE5C-808C-4861-AFA9-E400FAA69325}" type="sibTrans" cxnId="{B18D9DFE-FF3F-40F2-A21A-E441ED276993}">
      <dgm:prSet/>
      <dgm:spPr/>
      <dgm:t>
        <a:bodyPr/>
        <a:lstStyle/>
        <a:p>
          <a:endParaRPr lang="en-US"/>
        </a:p>
      </dgm:t>
    </dgm:pt>
    <dgm:pt modelId="{32AEF286-9F57-4DC8-8F80-B18E4C9F15BE}" type="pres">
      <dgm:prSet presAssocID="{E70225E3-3B11-4B9D-BC7D-2F47B36E84AD}" presName="linear" presStyleCnt="0">
        <dgm:presLayoutVars>
          <dgm:animLvl val="lvl"/>
          <dgm:resizeHandles val="exact"/>
        </dgm:presLayoutVars>
      </dgm:prSet>
      <dgm:spPr/>
    </dgm:pt>
    <dgm:pt modelId="{BB44366E-3495-4FD8-A7C6-CC3344BDA979}" type="pres">
      <dgm:prSet presAssocID="{7C207682-0F14-4CB7-9454-C699228211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3B8133-1D06-44D8-AAC1-F28B60955DD4}" type="pres">
      <dgm:prSet presAssocID="{684ACF07-853D-4E38-8325-56DAB81311C6}" presName="spacer" presStyleCnt="0"/>
      <dgm:spPr/>
    </dgm:pt>
    <dgm:pt modelId="{B803AE33-0D26-4102-B84B-F495B1E57C28}" type="pres">
      <dgm:prSet presAssocID="{CE1D650F-A517-4271-A707-0968E9FAFE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275B0D-7E34-4CC0-9E4D-749F5C7EFAD5}" type="pres">
      <dgm:prSet presAssocID="{530DCBB4-726C-4A1C-98E1-FCDED2492C73}" presName="spacer" presStyleCnt="0"/>
      <dgm:spPr/>
    </dgm:pt>
    <dgm:pt modelId="{EE9F370D-4222-45F4-A6C7-74E688A7325A}" type="pres">
      <dgm:prSet presAssocID="{AFAC14D1-A95B-42CD-84F8-1319F1214F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06080F-B995-4003-B0A5-2E77D62A231A}" type="presOf" srcId="{E70225E3-3B11-4B9D-BC7D-2F47B36E84AD}" destId="{32AEF286-9F57-4DC8-8F80-B18E4C9F15BE}" srcOrd="0" destOrd="0" presId="urn:microsoft.com/office/officeart/2005/8/layout/vList2"/>
    <dgm:cxn modelId="{DC287138-6878-42F6-88ED-84CD1F80D064}" srcId="{E70225E3-3B11-4B9D-BC7D-2F47B36E84AD}" destId="{7C207682-0F14-4CB7-9454-C69922821170}" srcOrd="0" destOrd="0" parTransId="{04D75E2D-07C9-47A4-80A7-76EE92533CFE}" sibTransId="{684ACF07-853D-4E38-8325-56DAB81311C6}"/>
    <dgm:cxn modelId="{1898499B-C1B4-4A21-8DD2-931A20D89524}" type="presOf" srcId="{7C207682-0F14-4CB7-9454-C69922821170}" destId="{BB44366E-3495-4FD8-A7C6-CC3344BDA979}" srcOrd="0" destOrd="0" presId="urn:microsoft.com/office/officeart/2005/8/layout/vList2"/>
    <dgm:cxn modelId="{B56D4FC3-C978-4E74-BD23-FF0EF7D9D9BD}" type="presOf" srcId="{AFAC14D1-A95B-42CD-84F8-1319F1214FFE}" destId="{EE9F370D-4222-45F4-A6C7-74E688A7325A}" srcOrd="0" destOrd="0" presId="urn:microsoft.com/office/officeart/2005/8/layout/vList2"/>
    <dgm:cxn modelId="{A4FA93DB-12EC-41D9-BBA8-A2B47CCC3471}" srcId="{E70225E3-3B11-4B9D-BC7D-2F47B36E84AD}" destId="{CE1D650F-A517-4271-A707-0968E9FAFE83}" srcOrd="1" destOrd="0" parTransId="{A548C70E-DE14-40B0-98C7-405644F404AF}" sibTransId="{530DCBB4-726C-4A1C-98E1-FCDED2492C73}"/>
    <dgm:cxn modelId="{79F57CEE-5636-4120-800B-81EF0B264E89}" type="presOf" srcId="{CE1D650F-A517-4271-A707-0968E9FAFE83}" destId="{B803AE33-0D26-4102-B84B-F495B1E57C28}" srcOrd="0" destOrd="0" presId="urn:microsoft.com/office/officeart/2005/8/layout/vList2"/>
    <dgm:cxn modelId="{B18D9DFE-FF3F-40F2-A21A-E441ED276993}" srcId="{E70225E3-3B11-4B9D-BC7D-2F47B36E84AD}" destId="{AFAC14D1-A95B-42CD-84F8-1319F1214FFE}" srcOrd="2" destOrd="0" parTransId="{F234AA78-D5B6-4AA8-BA52-B26F3AAEF235}" sibTransId="{17D5BE5C-808C-4861-AFA9-E400FAA69325}"/>
    <dgm:cxn modelId="{D1FCF26C-3E9F-4ADC-887F-2FDA9DD99EC5}" type="presParOf" srcId="{32AEF286-9F57-4DC8-8F80-B18E4C9F15BE}" destId="{BB44366E-3495-4FD8-A7C6-CC3344BDA979}" srcOrd="0" destOrd="0" presId="urn:microsoft.com/office/officeart/2005/8/layout/vList2"/>
    <dgm:cxn modelId="{4E81DC77-0DC5-4271-85C2-ECE268E00A7E}" type="presParOf" srcId="{32AEF286-9F57-4DC8-8F80-B18E4C9F15BE}" destId="{CB3B8133-1D06-44D8-AAC1-F28B60955DD4}" srcOrd="1" destOrd="0" presId="urn:microsoft.com/office/officeart/2005/8/layout/vList2"/>
    <dgm:cxn modelId="{31B0D72B-CEBC-4172-8D12-717F3DB89973}" type="presParOf" srcId="{32AEF286-9F57-4DC8-8F80-B18E4C9F15BE}" destId="{B803AE33-0D26-4102-B84B-F495B1E57C28}" srcOrd="2" destOrd="0" presId="urn:microsoft.com/office/officeart/2005/8/layout/vList2"/>
    <dgm:cxn modelId="{995AEFFD-8AD6-43C7-9DA9-24711F1E859C}" type="presParOf" srcId="{32AEF286-9F57-4DC8-8F80-B18E4C9F15BE}" destId="{9C275B0D-7E34-4CC0-9E4D-749F5C7EFAD5}" srcOrd="3" destOrd="0" presId="urn:microsoft.com/office/officeart/2005/8/layout/vList2"/>
    <dgm:cxn modelId="{3513D224-AFA2-4005-9223-6D5A16888DC4}" type="presParOf" srcId="{32AEF286-9F57-4DC8-8F80-B18E4C9F15BE}" destId="{EE9F370D-4222-45F4-A6C7-74E688A732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38381BF-9A4A-4F35-9481-142ABF2CAC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6922F1C-C6AF-4F44-9EE7-3837D7ED43FC}">
      <dgm:prSet/>
      <dgm:spPr/>
      <dgm:t>
        <a:bodyPr/>
        <a:lstStyle/>
        <a:p>
          <a:r>
            <a:rPr lang="en-US"/>
            <a:t>Platform: RapidMiner 5.</a:t>
          </a:r>
        </a:p>
      </dgm:t>
    </dgm:pt>
    <dgm:pt modelId="{1DF7E741-DC92-47FA-98C1-458D65413B7F}" type="parTrans" cxnId="{A130CA05-F976-4618-A53C-4EE061165F66}">
      <dgm:prSet/>
      <dgm:spPr/>
      <dgm:t>
        <a:bodyPr/>
        <a:lstStyle/>
        <a:p>
          <a:endParaRPr lang="en-US"/>
        </a:p>
      </dgm:t>
    </dgm:pt>
    <dgm:pt modelId="{37EF791A-F330-4E0B-BC4A-1B51B027579F}" type="sibTrans" cxnId="{A130CA05-F976-4618-A53C-4EE061165F66}">
      <dgm:prSet/>
      <dgm:spPr/>
      <dgm:t>
        <a:bodyPr/>
        <a:lstStyle/>
        <a:p>
          <a:endParaRPr lang="en-US"/>
        </a:p>
      </dgm:t>
    </dgm:pt>
    <dgm:pt modelId="{A7D15841-F2E4-4AB3-9677-2ED114F5DC30}">
      <dgm:prSet/>
      <dgm:spPr/>
      <dgm:t>
        <a:bodyPr/>
        <a:lstStyle/>
        <a:p>
          <a:r>
            <a:rPr lang="en-US"/>
            <a:t>Operators: Nominal to Numerical, Set Role, Split Data, etc.</a:t>
          </a:r>
        </a:p>
      </dgm:t>
    </dgm:pt>
    <dgm:pt modelId="{711A4642-E412-4BFF-9834-7302E96536F7}" type="parTrans" cxnId="{03E7F334-27DA-4D3A-80DD-F02DBF7C57EA}">
      <dgm:prSet/>
      <dgm:spPr/>
      <dgm:t>
        <a:bodyPr/>
        <a:lstStyle/>
        <a:p>
          <a:endParaRPr lang="en-US"/>
        </a:p>
      </dgm:t>
    </dgm:pt>
    <dgm:pt modelId="{D535CDE0-ABEE-44F3-BE4B-20625CE8DAE1}" type="sibTrans" cxnId="{03E7F334-27DA-4D3A-80DD-F02DBF7C57EA}">
      <dgm:prSet/>
      <dgm:spPr/>
      <dgm:t>
        <a:bodyPr/>
        <a:lstStyle/>
        <a:p>
          <a:endParaRPr lang="en-US"/>
        </a:p>
      </dgm:t>
    </dgm:pt>
    <dgm:pt modelId="{5F4E8EDE-9191-4291-A4DF-D5FE667EABBE}">
      <dgm:prSet/>
      <dgm:spPr/>
      <dgm:t>
        <a:bodyPr/>
        <a:lstStyle/>
        <a:p>
          <a:r>
            <a:rPr lang="en-US"/>
            <a:t>Visual workflows enabled transparent model design.</a:t>
          </a:r>
        </a:p>
      </dgm:t>
    </dgm:pt>
    <dgm:pt modelId="{D15E7675-E1DF-4524-8FFF-878754DBA51C}" type="parTrans" cxnId="{A3F0FA2F-792C-4AE6-9884-78BFF84C0C15}">
      <dgm:prSet/>
      <dgm:spPr/>
      <dgm:t>
        <a:bodyPr/>
        <a:lstStyle/>
        <a:p>
          <a:endParaRPr lang="en-US"/>
        </a:p>
      </dgm:t>
    </dgm:pt>
    <dgm:pt modelId="{9EED9F37-8CC4-4440-9D73-B7CC0DF2A5A7}" type="sibTrans" cxnId="{A3F0FA2F-792C-4AE6-9884-78BFF84C0C15}">
      <dgm:prSet/>
      <dgm:spPr/>
      <dgm:t>
        <a:bodyPr/>
        <a:lstStyle/>
        <a:p>
          <a:endParaRPr lang="en-US"/>
        </a:p>
      </dgm:t>
    </dgm:pt>
    <dgm:pt modelId="{9D1DAFAE-35EB-40EE-8479-63A20B2BDB2B}" type="pres">
      <dgm:prSet presAssocID="{638381BF-9A4A-4F35-9481-142ABF2CAC52}" presName="root" presStyleCnt="0">
        <dgm:presLayoutVars>
          <dgm:dir/>
          <dgm:resizeHandles val="exact"/>
        </dgm:presLayoutVars>
      </dgm:prSet>
      <dgm:spPr/>
    </dgm:pt>
    <dgm:pt modelId="{795DC28A-CD69-4917-BF32-94F8AFBE149C}" type="pres">
      <dgm:prSet presAssocID="{B6922F1C-C6AF-4F44-9EE7-3837D7ED43FC}" presName="compNode" presStyleCnt="0"/>
      <dgm:spPr/>
    </dgm:pt>
    <dgm:pt modelId="{60983051-12D9-487D-B691-A903E535C8D8}" type="pres">
      <dgm:prSet presAssocID="{B6922F1C-C6AF-4F44-9EE7-3837D7ED43FC}" presName="bgRect" presStyleLbl="bgShp" presStyleIdx="0" presStyleCnt="3"/>
      <dgm:spPr/>
    </dgm:pt>
    <dgm:pt modelId="{C09F234E-C324-4914-80BE-E6C511AE98CA}" type="pres">
      <dgm:prSet presAssocID="{B6922F1C-C6AF-4F44-9EE7-3837D7ED43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12343880-06F0-4DB5-B11E-40C8D07CEA69}" type="pres">
      <dgm:prSet presAssocID="{B6922F1C-C6AF-4F44-9EE7-3837D7ED43FC}" presName="spaceRect" presStyleCnt="0"/>
      <dgm:spPr/>
    </dgm:pt>
    <dgm:pt modelId="{7432493C-4895-4F7D-89C4-19EF3B57C4AF}" type="pres">
      <dgm:prSet presAssocID="{B6922F1C-C6AF-4F44-9EE7-3837D7ED43FC}" presName="parTx" presStyleLbl="revTx" presStyleIdx="0" presStyleCnt="3">
        <dgm:presLayoutVars>
          <dgm:chMax val="0"/>
          <dgm:chPref val="0"/>
        </dgm:presLayoutVars>
      </dgm:prSet>
      <dgm:spPr/>
    </dgm:pt>
    <dgm:pt modelId="{044EEDA4-9CA6-43D7-8E80-E10A358B64CB}" type="pres">
      <dgm:prSet presAssocID="{37EF791A-F330-4E0B-BC4A-1B51B027579F}" presName="sibTrans" presStyleCnt="0"/>
      <dgm:spPr/>
    </dgm:pt>
    <dgm:pt modelId="{E4305D17-CD78-466F-8050-6C6FDD2259CA}" type="pres">
      <dgm:prSet presAssocID="{A7D15841-F2E4-4AB3-9677-2ED114F5DC30}" presName="compNode" presStyleCnt="0"/>
      <dgm:spPr/>
    </dgm:pt>
    <dgm:pt modelId="{C76DF7E3-BE70-45DC-92F4-05E2AB608BFB}" type="pres">
      <dgm:prSet presAssocID="{A7D15841-F2E4-4AB3-9677-2ED114F5DC30}" presName="bgRect" presStyleLbl="bgShp" presStyleIdx="1" presStyleCnt="3"/>
      <dgm:spPr/>
    </dgm:pt>
    <dgm:pt modelId="{80597205-04C4-4F16-B175-5F0213E2324D}" type="pres">
      <dgm:prSet presAssocID="{A7D15841-F2E4-4AB3-9677-2ED114F5DC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BB26F67-E463-4B18-BBC7-4F0F3F875AB4}" type="pres">
      <dgm:prSet presAssocID="{A7D15841-F2E4-4AB3-9677-2ED114F5DC30}" presName="spaceRect" presStyleCnt="0"/>
      <dgm:spPr/>
    </dgm:pt>
    <dgm:pt modelId="{BAFA27B6-455A-498A-8E0F-23BE72D698CF}" type="pres">
      <dgm:prSet presAssocID="{A7D15841-F2E4-4AB3-9677-2ED114F5DC30}" presName="parTx" presStyleLbl="revTx" presStyleIdx="1" presStyleCnt="3">
        <dgm:presLayoutVars>
          <dgm:chMax val="0"/>
          <dgm:chPref val="0"/>
        </dgm:presLayoutVars>
      </dgm:prSet>
      <dgm:spPr/>
    </dgm:pt>
    <dgm:pt modelId="{2397CCA1-6012-4C10-9C24-F07FAAF1E52D}" type="pres">
      <dgm:prSet presAssocID="{D535CDE0-ABEE-44F3-BE4B-20625CE8DAE1}" presName="sibTrans" presStyleCnt="0"/>
      <dgm:spPr/>
    </dgm:pt>
    <dgm:pt modelId="{3D6D0164-2BA7-49D0-8592-E8C4690575F7}" type="pres">
      <dgm:prSet presAssocID="{5F4E8EDE-9191-4291-A4DF-D5FE667EABBE}" presName="compNode" presStyleCnt="0"/>
      <dgm:spPr/>
    </dgm:pt>
    <dgm:pt modelId="{42DB75DC-ABB2-4663-8A2F-174E466F2499}" type="pres">
      <dgm:prSet presAssocID="{5F4E8EDE-9191-4291-A4DF-D5FE667EABBE}" presName="bgRect" presStyleLbl="bgShp" presStyleIdx="2" presStyleCnt="3"/>
      <dgm:spPr/>
    </dgm:pt>
    <dgm:pt modelId="{71DE6461-B70E-41CE-815F-FA2139EC9F98}" type="pres">
      <dgm:prSet presAssocID="{5F4E8EDE-9191-4291-A4DF-D5FE667EAB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81BD27-3226-4A47-8A1B-580EAFB4A629}" type="pres">
      <dgm:prSet presAssocID="{5F4E8EDE-9191-4291-A4DF-D5FE667EABBE}" presName="spaceRect" presStyleCnt="0"/>
      <dgm:spPr/>
    </dgm:pt>
    <dgm:pt modelId="{FD34B60D-E368-448A-93C1-61F45EF8E3E7}" type="pres">
      <dgm:prSet presAssocID="{5F4E8EDE-9191-4291-A4DF-D5FE667EAB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30CA05-F976-4618-A53C-4EE061165F66}" srcId="{638381BF-9A4A-4F35-9481-142ABF2CAC52}" destId="{B6922F1C-C6AF-4F44-9EE7-3837D7ED43FC}" srcOrd="0" destOrd="0" parTransId="{1DF7E741-DC92-47FA-98C1-458D65413B7F}" sibTransId="{37EF791A-F330-4E0B-BC4A-1B51B027579F}"/>
    <dgm:cxn modelId="{C4564B0E-311F-4C3A-933B-E7C6E30FC76A}" type="presOf" srcId="{638381BF-9A4A-4F35-9481-142ABF2CAC52}" destId="{9D1DAFAE-35EB-40EE-8479-63A20B2BDB2B}" srcOrd="0" destOrd="0" presId="urn:microsoft.com/office/officeart/2018/2/layout/IconVerticalSolidList"/>
    <dgm:cxn modelId="{93494E18-69ED-4369-9D3D-EE7993C581AD}" type="presOf" srcId="{A7D15841-F2E4-4AB3-9677-2ED114F5DC30}" destId="{BAFA27B6-455A-498A-8E0F-23BE72D698CF}" srcOrd="0" destOrd="0" presId="urn:microsoft.com/office/officeart/2018/2/layout/IconVerticalSolidList"/>
    <dgm:cxn modelId="{A3F0FA2F-792C-4AE6-9884-78BFF84C0C15}" srcId="{638381BF-9A4A-4F35-9481-142ABF2CAC52}" destId="{5F4E8EDE-9191-4291-A4DF-D5FE667EABBE}" srcOrd="2" destOrd="0" parTransId="{D15E7675-E1DF-4524-8FFF-878754DBA51C}" sibTransId="{9EED9F37-8CC4-4440-9D73-B7CC0DF2A5A7}"/>
    <dgm:cxn modelId="{03E7F334-27DA-4D3A-80DD-F02DBF7C57EA}" srcId="{638381BF-9A4A-4F35-9481-142ABF2CAC52}" destId="{A7D15841-F2E4-4AB3-9677-2ED114F5DC30}" srcOrd="1" destOrd="0" parTransId="{711A4642-E412-4BFF-9834-7302E96536F7}" sibTransId="{D535CDE0-ABEE-44F3-BE4B-20625CE8DAE1}"/>
    <dgm:cxn modelId="{AE22BB72-4E18-4DB7-9A54-AF4371867F68}" type="presOf" srcId="{5F4E8EDE-9191-4291-A4DF-D5FE667EABBE}" destId="{FD34B60D-E368-448A-93C1-61F45EF8E3E7}" srcOrd="0" destOrd="0" presId="urn:microsoft.com/office/officeart/2018/2/layout/IconVerticalSolidList"/>
    <dgm:cxn modelId="{8B19CE8F-1068-4995-B270-943EE40B9E05}" type="presOf" srcId="{B6922F1C-C6AF-4F44-9EE7-3837D7ED43FC}" destId="{7432493C-4895-4F7D-89C4-19EF3B57C4AF}" srcOrd="0" destOrd="0" presId="urn:microsoft.com/office/officeart/2018/2/layout/IconVerticalSolidList"/>
    <dgm:cxn modelId="{12ED5E6A-BF9D-4D3A-8F2E-F93AFA30405B}" type="presParOf" srcId="{9D1DAFAE-35EB-40EE-8479-63A20B2BDB2B}" destId="{795DC28A-CD69-4917-BF32-94F8AFBE149C}" srcOrd="0" destOrd="0" presId="urn:microsoft.com/office/officeart/2018/2/layout/IconVerticalSolidList"/>
    <dgm:cxn modelId="{0476F9E0-AEE3-46AB-93EA-8054A2B10B3C}" type="presParOf" srcId="{795DC28A-CD69-4917-BF32-94F8AFBE149C}" destId="{60983051-12D9-487D-B691-A903E535C8D8}" srcOrd="0" destOrd="0" presId="urn:microsoft.com/office/officeart/2018/2/layout/IconVerticalSolidList"/>
    <dgm:cxn modelId="{FF9D6D29-E91D-4145-B5AE-1BAEFD62F511}" type="presParOf" srcId="{795DC28A-CD69-4917-BF32-94F8AFBE149C}" destId="{C09F234E-C324-4914-80BE-E6C511AE98CA}" srcOrd="1" destOrd="0" presId="urn:microsoft.com/office/officeart/2018/2/layout/IconVerticalSolidList"/>
    <dgm:cxn modelId="{F3F34B00-628E-4184-9532-27DA6E52FEE5}" type="presParOf" srcId="{795DC28A-CD69-4917-BF32-94F8AFBE149C}" destId="{12343880-06F0-4DB5-B11E-40C8D07CEA69}" srcOrd="2" destOrd="0" presId="urn:microsoft.com/office/officeart/2018/2/layout/IconVerticalSolidList"/>
    <dgm:cxn modelId="{B2EB1120-FCCE-4095-8BAE-719176E47561}" type="presParOf" srcId="{795DC28A-CD69-4917-BF32-94F8AFBE149C}" destId="{7432493C-4895-4F7D-89C4-19EF3B57C4AF}" srcOrd="3" destOrd="0" presId="urn:microsoft.com/office/officeart/2018/2/layout/IconVerticalSolidList"/>
    <dgm:cxn modelId="{F65CA873-1BB1-414C-AD5F-0189E4E2247A}" type="presParOf" srcId="{9D1DAFAE-35EB-40EE-8479-63A20B2BDB2B}" destId="{044EEDA4-9CA6-43D7-8E80-E10A358B64CB}" srcOrd="1" destOrd="0" presId="urn:microsoft.com/office/officeart/2018/2/layout/IconVerticalSolidList"/>
    <dgm:cxn modelId="{DAB1A8C7-9DF4-4A89-878B-6DD69E5EDE05}" type="presParOf" srcId="{9D1DAFAE-35EB-40EE-8479-63A20B2BDB2B}" destId="{E4305D17-CD78-466F-8050-6C6FDD2259CA}" srcOrd="2" destOrd="0" presId="urn:microsoft.com/office/officeart/2018/2/layout/IconVerticalSolidList"/>
    <dgm:cxn modelId="{A8F2D9F4-EB86-40A8-956E-385A2C116FCF}" type="presParOf" srcId="{E4305D17-CD78-466F-8050-6C6FDD2259CA}" destId="{C76DF7E3-BE70-45DC-92F4-05E2AB608BFB}" srcOrd="0" destOrd="0" presId="urn:microsoft.com/office/officeart/2018/2/layout/IconVerticalSolidList"/>
    <dgm:cxn modelId="{89954C13-F0CE-48BF-847B-225770A061CB}" type="presParOf" srcId="{E4305D17-CD78-466F-8050-6C6FDD2259CA}" destId="{80597205-04C4-4F16-B175-5F0213E2324D}" srcOrd="1" destOrd="0" presId="urn:microsoft.com/office/officeart/2018/2/layout/IconVerticalSolidList"/>
    <dgm:cxn modelId="{6F9F1539-5E4C-4B08-B589-EAFC48BA171A}" type="presParOf" srcId="{E4305D17-CD78-466F-8050-6C6FDD2259CA}" destId="{3BB26F67-E463-4B18-BBC7-4F0F3F875AB4}" srcOrd="2" destOrd="0" presId="urn:microsoft.com/office/officeart/2018/2/layout/IconVerticalSolidList"/>
    <dgm:cxn modelId="{13A974BE-D2FF-4361-A977-F0AF5F162092}" type="presParOf" srcId="{E4305D17-CD78-466F-8050-6C6FDD2259CA}" destId="{BAFA27B6-455A-498A-8E0F-23BE72D698CF}" srcOrd="3" destOrd="0" presId="urn:microsoft.com/office/officeart/2018/2/layout/IconVerticalSolidList"/>
    <dgm:cxn modelId="{C90F5D17-AAAC-47F4-B875-3FB87DC318D8}" type="presParOf" srcId="{9D1DAFAE-35EB-40EE-8479-63A20B2BDB2B}" destId="{2397CCA1-6012-4C10-9C24-F07FAAF1E52D}" srcOrd="3" destOrd="0" presId="urn:microsoft.com/office/officeart/2018/2/layout/IconVerticalSolidList"/>
    <dgm:cxn modelId="{6DA9CE1E-9D43-4C1A-961B-30A32C8C738F}" type="presParOf" srcId="{9D1DAFAE-35EB-40EE-8479-63A20B2BDB2B}" destId="{3D6D0164-2BA7-49D0-8592-E8C4690575F7}" srcOrd="4" destOrd="0" presId="urn:microsoft.com/office/officeart/2018/2/layout/IconVerticalSolidList"/>
    <dgm:cxn modelId="{1E742362-3E66-40FE-BB12-3603DAF46CE2}" type="presParOf" srcId="{3D6D0164-2BA7-49D0-8592-E8C4690575F7}" destId="{42DB75DC-ABB2-4663-8A2F-174E466F2499}" srcOrd="0" destOrd="0" presId="urn:microsoft.com/office/officeart/2018/2/layout/IconVerticalSolidList"/>
    <dgm:cxn modelId="{280B8827-395B-4ACA-9509-29A36394AF61}" type="presParOf" srcId="{3D6D0164-2BA7-49D0-8592-E8C4690575F7}" destId="{71DE6461-B70E-41CE-815F-FA2139EC9F98}" srcOrd="1" destOrd="0" presId="urn:microsoft.com/office/officeart/2018/2/layout/IconVerticalSolidList"/>
    <dgm:cxn modelId="{EDF9AC72-7083-4B4D-B6B9-B4813C90385E}" type="presParOf" srcId="{3D6D0164-2BA7-49D0-8592-E8C4690575F7}" destId="{5B81BD27-3226-4A47-8A1B-580EAFB4A629}" srcOrd="2" destOrd="0" presId="urn:microsoft.com/office/officeart/2018/2/layout/IconVerticalSolidList"/>
    <dgm:cxn modelId="{E3C24AA9-367C-441F-A230-07ED7A99CF03}" type="presParOf" srcId="{3D6D0164-2BA7-49D0-8592-E8C4690575F7}" destId="{FD34B60D-E368-448A-93C1-61F45EF8E3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65C80E-EAB4-49BB-B100-2DDE76CACCCD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CC8140-BC93-4B2D-8B7F-D1CE566E1DB3}">
      <dgm:prSet/>
      <dgm:spPr/>
      <dgm:t>
        <a:bodyPr/>
        <a:lstStyle/>
        <a:p>
          <a:r>
            <a:rPr lang="en-US"/>
            <a:t>R²</a:t>
          </a:r>
          <a:r>
            <a:rPr lang="en-US">
              <a:latin typeface="Calibri"/>
            </a:rPr>
            <a:t>,</a:t>
          </a:r>
          <a:r>
            <a:rPr lang="en-US"/>
            <a:t> RMSE</a:t>
          </a:r>
          <a:r>
            <a:rPr lang="en-US">
              <a:latin typeface="Calibri"/>
            </a:rPr>
            <a:t>, Absolute, and Relative error = 0%, Near perfection.</a:t>
          </a:r>
          <a:endParaRPr lang="en-US"/>
        </a:p>
      </dgm:t>
    </dgm:pt>
    <dgm:pt modelId="{63E53BD4-3CC8-4EE0-ABFE-3B5870557C2D}" type="parTrans" cxnId="{B48D43C4-4DC3-47D8-BA0E-526772823366}">
      <dgm:prSet/>
      <dgm:spPr/>
      <dgm:t>
        <a:bodyPr/>
        <a:lstStyle/>
        <a:p>
          <a:endParaRPr lang="en-US"/>
        </a:p>
      </dgm:t>
    </dgm:pt>
    <dgm:pt modelId="{C1BC39C6-8012-4971-A7AC-C731726EC446}" type="sibTrans" cxnId="{B48D43C4-4DC3-47D8-BA0E-526772823366}">
      <dgm:prSet/>
      <dgm:spPr/>
      <dgm:t>
        <a:bodyPr/>
        <a:lstStyle/>
        <a:p>
          <a:endParaRPr lang="en-US"/>
        </a:p>
      </dgm:t>
    </dgm:pt>
    <dgm:pt modelId="{BE5F67B3-8515-42CF-BE02-94C084B3A7A5}">
      <dgm:prSet/>
      <dgm:spPr/>
      <dgm:t>
        <a:bodyPr/>
        <a:lstStyle/>
        <a:p>
          <a:r>
            <a:rPr lang="en-US">
              <a:latin typeface="Calibri"/>
            </a:rPr>
            <a:t>Scatterplot </a:t>
          </a:r>
          <a:r>
            <a:rPr lang="en-US" b="0">
              <a:latin typeface="Calibri"/>
            </a:rPr>
            <a:t>shows </a:t>
          </a:r>
          <a:r>
            <a:rPr lang="en-US" b="1">
              <a:latin typeface="Calibri"/>
            </a:rPr>
            <a:t>strong</a:t>
          </a:r>
          <a:r>
            <a:rPr lang="en-US" b="1"/>
            <a:t> diagonal line</a:t>
          </a:r>
          <a:r>
            <a:rPr lang="en-US"/>
            <a:t>, which indicates a high correlation and near-perfect prediction.</a:t>
          </a:r>
        </a:p>
      </dgm:t>
    </dgm:pt>
    <dgm:pt modelId="{864B3615-73F2-4E66-84D2-0D1186FA5E71}" type="parTrans" cxnId="{28806785-ECFF-406B-A061-55297970476A}">
      <dgm:prSet/>
      <dgm:spPr/>
      <dgm:t>
        <a:bodyPr/>
        <a:lstStyle/>
        <a:p>
          <a:endParaRPr lang="en-US"/>
        </a:p>
      </dgm:t>
    </dgm:pt>
    <dgm:pt modelId="{EDC65CEB-1D0B-46AC-9C44-743B7E67FF2C}" type="sibTrans" cxnId="{28806785-ECFF-406B-A061-55297970476A}">
      <dgm:prSet/>
      <dgm:spPr/>
      <dgm:t>
        <a:bodyPr/>
        <a:lstStyle/>
        <a:p>
          <a:endParaRPr lang="en-US"/>
        </a:p>
      </dgm:t>
    </dgm:pt>
    <dgm:pt modelId="{F8523A83-147A-4A75-8066-6F620486B5D0}">
      <dgm:prSet/>
      <dgm:spPr/>
      <dgm:t>
        <a:bodyPr/>
        <a:lstStyle/>
        <a:p>
          <a:r>
            <a:rPr lang="en-US"/>
            <a:t>Useful for understanding linear relationships.</a:t>
          </a:r>
        </a:p>
      </dgm:t>
    </dgm:pt>
    <dgm:pt modelId="{A6DDD5E8-BE28-408B-A905-CC6AF0F3F8A8}" type="parTrans" cxnId="{66923C20-12F6-4ED7-81DC-DB523F089F52}">
      <dgm:prSet/>
      <dgm:spPr/>
      <dgm:t>
        <a:bodyPr/>
        <a:lstStyle/>
        <a:p>
          <a:endParaRPr lang="en-US"/>
        </a:p>
      </dgm:t>
    </dgm:pt>
    <dgm:pt modelId="{B72E92B9-3D25-4B67-85C0-89FF64AE5EE8}" type="sibTrans" cxnId="{66923C20-12F6-4ED7-81DC-DB523F089F52}">
      <dgm:prSet/>
      <dgm:spPr/>
      <dgm:t>
        <a:bodyPr/>
        <a:lstStyle/>
        <a:p>
          <a:endParaRPr lang="en-US"/>
        </a:p>
      </dgm:t>
    </dgm:pt>
    <dgm:pt modelId="{538570F4-9DF2-496F-9FDA-87EDBE33E634}">
      <dgm:prSet phldr="0"/>
      <dgm:spPr/>
      <dgm:t>
        <a:bodyPr/>
        <a:lstStyle/>
        <a:p>
          <a:r>
            <a:rPr lang="en-US" b="1"/>
            <a:t>Very High Accuracy</a:t>
          </a:r>
          <a:r>
            <a:rPr lang="en-US"/>
            <a:t> – Model fits data perfectly</a:t>
          </a:r>
          <a:endParaRPr lang="en-US">
            <a:latin typeface="Calibri"/>
          </a:endParaRPr>
        </a:p>
      </dgm:t>
    </dgm:pt>
    <dgm:pt modelId="{1C5677DC-6A73-440B-9831-9E79C07C3D80}" type="parTrans" cxnId="{BA442303-DCF8-401E-9558-B29F63B2FA0D}">
      <dgm:prSet/>
      <dgm:spPr/>
    </dgm:pt>
    <dgm:pt modelId="{0203E02A-CA3B-45CB-A293-6EA5CC0AD914}" type="sibTrans" cxnId="{BA442303-DCF8-401E-9558-B29F63B2FA0D}">
      <dgm:prSet/>
      <dgm:spPr/>
      <dgm:t>
        <a:bodyPr/>
        <a:lstStyle/>
        <a:p>
          <a:endParaRPr lang="en-GB"/>
        </a:p>
      </dgm:t>
    </dgm:pt>
    <dgm:pt modelId="{B3EF6389-0053-4FF3-BBCC-7DD8912CD325}">
      <dgm:prSet phldr="0"/>
      <dgm:spPr/>
      <dgm:t>
        <a:bodyPr/>
        <a:lstStyle/>
        <a:p>
          <a:r>
            <a:rPr lang="en-US" b="1"/>
            <a:t>Possible Issue:</a:t>
          </a:r>
          <a:r>
            <a:rPr lang="en-US"/>
            <a:t> Model may have been tested on training data</a:t>
          </a:r>
        </a:p>
      </dgm:t>
    </dgm:pt>
    <dgm:pt modelId="{EC223800-00CF-44D1-A52C-E56E989D0DBD}" type="parTrans" cxnId="{9C09774F-7F41-4F54-97F6-61DD134F5660}">
      <dgm:prSet/>
      <dgm:spPr/>
    </dgm:pt>
    <dgm:pt modelId="{90F0CBED-DD42-41B2-B548-1BA152144FF1}" type="sibTrans" cxnId="{9C09774F-7F41-4F54-97F6-61DD134F5660}">
      <dgm:prSet/>
      <dgm:spPr/>
      <dgm:t>
        <a:bodyPr/>
        <a:lstStyle/>
        <a:p>
          <a:endParaRPr lang="en-GB"/>
        </a:p>
      </dgm:t>
    </dgm:pt>
    <dgm:pt modelId="{74BBB31C-AAA8-447E-89C6-E33454488A19}" type="pres">
      <dgm:prSet presAssocID="{8B65C80E-EAB4-49BB-B100-2DDE76CACCCD}" presName="vert0" presStyleCnt="0">
        <dgm:presLayoutVars>
          <dgm:dir/>
          <dgm:animOne val="branch"/>
          <dgm:animLvl val="lvl"/>
        </dgm:presLayoutVars>
      </dgm:prSet>
      <dgm:spPr/>
    </dgm:pt>
    <dgm:pt modelId="{0DCD8407-B717-403F-BB09-6A549C31628E}" type="pres">
      <dgm:prSet presAssocID="{73CC8140-BC93-4B2D-8B7F-D1CE566E1DB3}" presName="thickLine" presStyleLbl="alignNode1" presStyleIdx="0" presStyleCnt="5"/>
      <dgm:spPr/>
    </dgm:pt>
    <dgm:pt modelId="{41EA68E6-5DBD-4E24-A3CC-ACE29A775701}" type="pres">
      <dgm:prSet presAssocID="{73CC8140-BC93-4B2D-8B7F-D1CE566E1DB3}" presName="horz1" presStyleCnt="0"/>
      <dgm:spPr/>
    </dgm:pt>
    <dgm:pt modelId="{E4BA0F09-5952-44B0-B9D6-F443BE0E5931}" type="pres">
      <dgm:prSet presAssocID="{73CC8140-BC93-4B2D-8B7F-D1CE566E1DB3}" presName="tx1" presStyleLbl="revTx" presStyleIdx="0" presStyleCnt="5"/>
      <dgm:spPr/>
    </dgm:pt>
    <dgm:pt modelId="{1E87D2A6-73A9-4B67-B4BB-DFD84F70E6DD}" type="pres">
      <dgm:prSet presAssocID="{73CC8140-BC93-4B2D-8B7F-D1CE566E1DB3}" presName="vert1" presStyleCnt="0"/>
      <dgm:spPr/>
    </dgm:pt>
    <dgm:pt modelId="{8AA267F8-F342-4BD7-A9F1-3AB0C96BBF47}" type="pres">
      <dgm:prSet presAssocID="{BE5F67B3-8515-42CF-BE02-94C084B3A7A5}" presName="thickLine" presStyleLbl="alignNode1" presStyleIdx="1" presStyleCnt="5"/>
      <dgm:spPr/>
    </dgm:pt>
    <dgm:pt modelId="{6CA1CB17-BA6B-4184-B3C4-AF55F404DBC7}" type="pres">
      <dgm:prSet presAssocID="{BE5F67B3-8515-42CF-BE02-94C084B3A7A5}" presName="horz1" presStyleCnt="0"/>
      <dgm:spPr/>
    </dgm:pt>
    <dgm:pt modelId="{30C7ADFA-E2EA-4BBB-8FF8-F1992D471802}" type="pres">
      <dgm:prSet presAssocID="{BE5F67B3-8515-42CF-BE02-94C084B3A7A5}" presName="tx1" presStyleLbl="revTx" presStyleIdx="1" presStyleCnt="5"/>
      <dgm:spPr/>
    </dgm:pt>
    <dgm:pt modelId="{F0773F30-BE70-484F-B212-8835D22E167B}" type="pres">
      <dgm:prSet presAssocID="{BE5F67B3-8515-42CF-BE02-94C084B3A7A5}" presName="vert1" presStyleCnt="0"/>
      <dgm:spPr/>
    </dgm:pt>
    <dgm:pt modelId="{D550771B-D8DC-4A4A-8BBF-01B365AE682C}" type="pres">
      <dgm:prSet presAssocID="{F8523A83-147A-4A75-8066-6F620486B5D0}" presName="thickLine" presStyleLbl="alignNode1" presStyleIdx="2" presStyleCnt="5"/>
      <dgm:spPr/>
    </dgm:pt>
    <dgm:pt modelId="{2B4EE806-924F-45DF-B777-AF7A16807660}" type="pres">
      <dgm:prSet presAssocID="{F8523A83-147A-4A75-8066-6F620486B5D0}" presName="horz1" presStyleCnt="0"/>
      <dgm:spPr/>
    </dgm:pt>
    <dgm:pt modelId="{C46367C3-5401-40F8-BE59-218B01063CA7}" type="pres">
      <dgm:prSet presAssocID="{F8523A83-147A-4A75-8066-6F620486B5D0}" presName="tx1" presStyleLbl="revTx" presStyleIdx="2" presStyleCnt="5"/>
      <dgm:spPr/>
    </dgm:pt>
    <dgm:pt modelId="{4CFB493F-642F-4A6E-B170-350072277AD8}" type="pres">
      <dgm:prSet presAssocID="{F8523A83-147A-4A75-8066-6F620486B5D0}" presName="vert1" presStyleCnt="0"/>
      <dgm:spPr/>
    </dgm:pt>
    <dgm:pt modelId="{81517EA5-8183-4ACF-8C96-30FA04EA842B}" type="pres">
      <dgm:prSet presAssocID="{538570F4-9DF2-496F-9FDA-87EDBE33E634}" presName="thickLine" presStyleLbl="alignNode1" presStyleIdx="3" presStyleCnt="5"/>
      <dgm:spPr/>
    </dgm:pt>
    <dgm:pt modelId="{44DCB4E3-5562-4E96-BA36-5472CDAF2277}" type="pres">
      <dgm:prSet presAssocID="{538570F4-9DF2-496F-9FDA-87EDBE33E634}" presName="horz1" presStyleCnt="0"/>
      <dgm:spPr/>
    </dgm:pt>
    <dgm:pt modelId="{A107F752-007E-4F46-A88F-8BFE4B9816C3}" type="pres">
      <dgm:prSet presAssocID="{538570F4-9DF2-496F-9FDA-87EDBE33E634}" presName="tx1" presStyleLbl="revTx" presStyleIdx="3" presStyleCnt="5"/>
      <dgm:spPr/>
    </dgm:pt>
    <dgm:pt modelId="{73129A31-2466-498B-889F-5A763960824C}" type="pres">
      <dgm:prSet presAssocID="{538570F4-9DF2-496F-9FDA-87EDBE33E634}" presName="vert1" presStyleCnt="0"/>
      <dgm:spPr/>
    </dgm:pt>
    <dgm:pt modelId="{C15EA52D-2F88-4359-9260-25ABC2D14792}" type="pres">
      <dgm:prSet presAssocID="{B3EF6389-0053-4FF3-BBCC-7DD8912CD325}" presName="thickLine" presStyleLbl="alignNode1" presStyleIdx="4" presStyleCnt="5"/>
      <dgm:spPr/>
    </dgm:pt>
    <dgm:pt modelId="{958F296A-DEEE-45B2-AE73-BF123EAB601D}" type="pres">
      <dgm:prSet presAssocID="{B3EF6389-0053-4FF3-BBCC-7DD8912CD325}" presName="horz1" presStyleCnt="0"/>
      <dgm:spPr/>
    </dgm:pt>
    <dgm:pt modelId="{DB512B1A-30FF-4CCA-BD66-818346650E04}" type="pres">
      <dgm:prSet presAssocID="{B3EF6389-0053-4FF3-BBCC-7DD8912CD325}" presName="tx1" presStyleLbl="revTx" presStyleIdx="4" presStyleCnt="5"/>
      <dgm:spPr/>
    </dgm:pt>
    <dgm:pt modelId="{D8B31374-FCA6-4145-B42C-BBC9F628B493}" type="pres">
      <dgm:prSet presAssocID="{B3EF6389-0053-4FF3-BBCC-7DD8912CD325}" presName="vert1" presStyleCnt="0"/>
      <dgm:spPr/>
    </dgm:pt>
  </dgm:ptLst>
  <dgm:cxnLst>
    <dgm:cxn modelId="{DBC10A02-33D7-4398-8F38-94A872D6E6BF}" type="presOf" srcId="{B3EF6389-0053-4FF3-BBCC-7DD8912CD325}" destId="{DB512B1A-30FF-4CCA-BD66-818346650E04}" srcOrd="0" destOrd="0" presId="urn:microsoft.com/office/officeart/2008/layout/LinedList"/>
    <dgm:cxn modelId="{BA442303-DCF8-401E-9558-B29F63B2FA0D}" srcId="{8B65C80E-EAB4-49BB-B100-2DDE76CACCCD}" destId="{538570F4-9DF2-496F-9FDA-87EDBE33E634}" srcOrd="3" destOrd="0" parTransId="{1C5677DC-6A73-440B-9831-9E79C07C3D80}" sibTransId="{0203E02A-CA3B-45CB-A293-6EA5CC0AD914}"/>
    <dgm:cxn modelId="{66923C20-12F6-4ED7-81DC-DB523F089F52}" srcId="{8B65C80E-EAB4-49BB-B100-2DDE76CACCCD}" destId="{F8523A83-147A-4A75-8066-6F620486B5D0}" srcOrd="2" destOrd="0" parTransId="{A6DDD5E8-BE28-408B-A905-CC6AF0F3F8A8}" sibTransId="{B72E92B9-3D25-4B67-85C0-89FF64AE5EE8}"/>
    <dgm:cxn modelId="{EC284931-92F3-47B5-A46E-937716EBFBFA}" type="presOf" srcId="{8B65C80E-EAB4-49BB-B100-2DDE76CACCCD}" destId="{74BBB31C-AAA8-447E-89C6-E33454488A19}" srcOrd="0" destOrd="0" presId="urn:microsoft.com/office/officeart/2008/layout/LinedList"/>
    <dgm:cxn modelId="{31113942-1BF0-4B3A-9A33-B1735B759449}" type="presOf" srcId="{538570F4-9DF2-496F-9FDA-87EDBE33E634}" destId="{A107F752-007E-4F46-A88F-8BFE4B9816C3}" srcOrd="0" destOrd="0" presId="urn:microsoft.com/office/officeart/2008/layout/LinedList"/>
    <dgm:cxn modelId="{9C09774F-7F41-4F54-97F6-61DD134F5660}" srcId="{8B65C80E-EAB4-49BB-B100-2DDE76CACCCD}" destId="{B3EF6389-0053-4FF3-BBCC-7DD8912CD325}" srcOrd="4" destOrd="0" parTransId="{EC223800-00CF-44D1-A52C-E56E989D0DBD}" sibTransId="{90F0CBED-DD42-41B2-B548-1BA152144FF1}"/>
    <dgm:cxn modelId="{17DA0E77-DEB7-4DF8-8197-3306BA78CA63}" type="presOf" srcId="{73CC8140-BC93-4B2D-8B7F-D1CE566E1DB3}" destId="{E4BA0F09-5952-44B0-B9D6-F443BE0E5931}" srcOrd="0" destOrd="0" presId="urn:microsoft.com/office/officeart/2008/layout/LinedList"/>
    <dgm:cxn modelId="{6C0A2E5A-BEF4-426C-9F0C-ECD4A89263A5}" type="presOf" srcId="{F8523A83-147A-4A75-8066-6F620486B5D0}" destId="{C46367C3-5401-40F8-BE59-218B01063CA7}" srcOrd="0" destOrd="0" presId="urn:microsoft.com/office/officeart/2008/layout/LinedList"/>
    <dgm:cxn modelId="{28806785-ECFF-406B-A061-55297970476A}" srcId="{8B65C80E-EAB4-49BB-B100-2DDE76CACCCD}" destId="{BE5F67B3-8515-42CF-BE02-94C084B3A7A5}" srcOrd="1" destOrd="0" parTransId="{864B3615-73F2-4E66-84D2-0D1186FA5E71}" sibTransId="{EDC65CEB-1D0B-46AC-9C44-743B7E67FF2C}"/>
    <dgm:cxn modelId="{B48D43C4-4DC3-47D8-BA0E-526772823366}" srcId="{8B65C80E-EAB4-49BB-B100-2DDE76CACCCD}" destId="{73CC8140-BC93-4B2D-8B7F-D1CE566E1DB3}" srcOrd="0" destOrd="0" parTransId="{63E53BD4-3CC8-4EE0-ABFE-3B5870557C2D}" sibTransId="{C1BC39C6-8012-4971-A7AC-C731726EC446}"/>
    <dgm:cxn modelId="{89E097DE-44C0-475F-961E-33A855A51F3E}" type="presOf" srcId="{BE5F67B3-8515-42CF-BE02-94C084B3A7A5}" destId="{30C7ADFA-E2EA-4BBB-8FF8-F1992D471802}" srcOrd="0" destOrd="0" presId="urn:microsoft.com/office/officeart/2008/layout/LinedList"/>
    <dgm:cxn modelId="{31C5292B-3AE8-48AC-AF30-F28E79E9EEF1}" type="presParOf" srcId="{74BBB31C-AAA8-447E-89C6-E33454488A19}" destId="{0DCD8407-B717-403F-BB09-6A549C31628E}" srcOrd="0" destOrd="0" presId="urn:microsoft.com/office/officeart/2008/layout/LinedList"/>
    <dgm:cxn modelId="{A751D21B-2DF6-4442-8C35-93ECF9E728B0}" type="presParOf" srcId="{74BBB31C-AAA8-447E-89C6-E33454488A19}" destId="{41EA68E6-5DBD-4E24-A3CC-ACE29A775701}" srcOrd="1" destOrd="0" presId="urn:microsoft.com/office/officeart/2008/layout/LinedList"/>
    <dgm:cxn modelId="{690870AC-337D-475A-BD88-BDA95DF43865}" type="presParOf" srcId="{41EA68E6-5DBD-4E24-A3CC-ACE29A775701}" destId="{E4BA0F09-5952-44B0-B9D6-F443BE0E5931}" srcOrd="0" destOrd="0" presId="urn:microsoft.com/office/officeart/2008/layout/LinedList"/>
    <dgm:cxn modelId="{2578F3E6-6CDD-4EFD-BDC7-547A70E64495}" type="presParOf" srcId="{41EA68E6-5DBD-4E24-A3CC-ACE29A775701}" destId="{1E87D2A6-73A9-4B67-B4BB-DFD84F70E6DD}" srcOrd="1" destOrd="0" presId="urn:microsoft.com/office/officeart/2008/layout/LinedList"/>
    <dgm:cxn modelId="{25C181A9-1BC1-4F63-A66F-269BB9818894}" type="presParOf" srcId="{74BBB31C-AAA8-447E-89C6-E33454488A19}" destId="{8AA267F8-F342-4BD7-A9F1-3AB0C96BBF47}" srcOrd="2" destOrd="0" presId="urn:microsoft.com/office/officeart/2008/layout/LinedList"/>
    <dgm:cxn modelId="{E7C02EC8-DD35-43FF-A026-3CF251D71354}" type="presParOf" srcId="{74BBB31C-AAA8-447E-89C6-E33454488A19}" destId="{6CA1CB17-BA6B-4184-B3C4-AF55F404DBC7}" srcOrd="3" destOrd="0" presId="urn:microsoft.com/office/officeart/2008/layout/LinedList"/>
    <dgm:cxn modelId="{0E36CA5E-9D21-49DA-B322-E74CF10C7B32}" type="presParOf" srcId="{6CA1CB17-BA6B-4184-B3C4-AF55F404DBC7}" destId="{30C7ADFA-E2EA-4BBB-8FF8-F1992D471802}" srcOrd="0" destOrd="0" presId="urn:microsoft.com/office/officeart/2008/layout/LinedList"/>
    <dgm:cxn modelId="{C7F739E2-817E-49DC-BD5C-1EFA3AC4596A}" type="presParOf" srcId="{6CA1CB17-BA6B-4184-B3C4-AF55F404DBC7}" destId="{F0773F30-BE70-484F-B212-8835D22E167B}" srcOrd="1" destOrd="0" presId="urn:microsoft.com/office/officeart/2008/layout/LinedList"/>
    <dgm:cxn modelId="{DEA0CE42-8D65-47A9-9E54-D251C9D5D5F8}" type="presParOf" srcId="{74BBB31C-AAA8-447E-89C6-E33454488A19}" destId="{D550771B-D8DC-4A4A-8BBF-01B365AE682C}" srcOrd="4" destOrd="0" presId="urn:microsoft.com/office/officeart/2008/layout/LinedList"/>
    <dgm:cxn modelId="{B2A7A650-6753-4687-8B6F-747E52A34F97}" type="presParOf" srcId="{74BBB31C-AAA8-447E-89C6-E33454488A19}" destId="{2B4EE806-924F-45DF-B777-AF7A16807660}" srcOrd="5" destOrd="0" presId="urn:microsoft.com/office/officeart/2008/layout/LinedList"/>
    <dgm:cxn modelId="{1A46E463-EF0B-4126-A61B-560137414637}" type="presParOf" srcId="{2B4EE806-924F-45DF-B777-AF7A16807660}" destId="{C46367C3-5401-40F8-BE59-218B01063CA7}" srcOrd="0" destOrd="0" presId="urn:microsoft.com/office/officeart/2008/layout/LinedList"/>
    <dgm:cxn modelId="{C3A83D16-1177-497C-8831-9192357C1AE1}" type="presParOf" srcId="{2B4EE806-924F-45DF-B777-AF7A16807660}" destId="{4CFB493F-642F-4A6E-B170-350072277AD8}" srcOrd="1" destOrd="0" presId="urn:microsoft.com/office/officeart/2008/layout/LinedList"/>
    <dgm:cxn modelId="{BC3AE5D7-E052-47F8-9616-0B41E78B3640}" type="presParOf" srcId="{74BBB31C-AAA8-447E-89C6-E33454488A19}" destId="{81517EA5-8183-4ACF-8C96-30FA04EA842B}" srcOrd="6" destOrd="0" presId="urn:microsoft.com/office/officeart/2008/layout/LinedList"/>
    <dgm:cxn modelId="{93E256B0-99AF-4D37-B4FE-6A278151CFC3}" type="presParOf" srcId="{74BBB31C-AAA8-447E-89C6-E33454488A19}" destId="{44DCB4E3-5562-4E96-BA36-5472CDAF2277}" srcOrd="7" destOrd="0" presId="urn:microsoft.com/office/officeart/2008/layout/LinedList"/>
    <dgm:cxn modelId="{13CAC301-36A8-4901-8D4E-95751071A594}" type="presParOf" srcId="{44DCB4E3-5562-4E96-BA36-5472CDAF2277}" destId="{A107F752-007E-4F46-A88F-8BFE4B9816C3}" srcOrd="0" destOrd="0" presId="urn:microsoft.com/office/officeart/2008/layout/LinedList"/>
    <dgm:cxn modelId="{4EB5FA8D-AC35-45AB-BC40-5A703D3786B5}" type="presParOf" srcId="{44DCB4E3-5562-4E96-BA36-5472CDAF2277}" destId="{73129A31-2466-498B-889F-5A763960824C}" srcOrd="1" destOrd="0" presId="urn:microsoft.com/office/officeart/2008/layout/LinedList"/>
    <dgm:cxn modelId="{70B89574-6F11-40C1-8895-6BEAFA00B6FB}" type="presParOf" srcId="{74BBB31C-AAA8-447E-89C6-E33454488A19}" destId="{C15EA52D-2F88-4359-9260-25ABC2D14792}" srcOrd="8" destOrd="0" presId="urn:microsoft.com/office/officeart/2008/layout/LinedList"/>
    <dgm:cxn modelId="{510DE55C-8ACB-4E77-BBF8-51EFD3D53A0A}" type="presParOf" srcId="{74BBB31C-AAA8-447E-89C6-E33454488A19}" destId="{958F296A-DEEE-45B2-AE73-BF123EAB601D}" srcOrd="9" destOrd="0" presId="urn:microsoft.com/office/officeart/2008/layout/LinedList"/>
    <dgm:cxn modelId="{81AE2498-454A-44AD-9C4C-390AE8E829F2}" type="presParOf" srcId="{958F296A-DEEE-45B2-AE73-BF123EAB601D}" destId="{DB512B1A-30FF-4CCA-BD66-818346650E04}" srcOrd="0" destOrd="0" presId="urn:microsoft.com/office/officeart/2008/layout/LinedList"/>
    <dgm:cxn modelId="{36F425CA-8C6B-430B-904E-564BD7EC2301}" type="presParOf" srcId="{958F296A-DEEE-45B2-AE73-BF123EAB601D}" destId="{D8B31374-FCA6-4145-B42C-BBC9F628B4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B65C80E-EAB4-49BB-B100-2DDE76CACCCD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921471-1A68-47B4-B981-B3F73D7DF73A}">
      <dgm:prSet phldr="0"/>
      <dgm:spPr/>
      <dgm:t>
        <a:bodyPr/>
        <a:lstStyle/>
        <a:p>
          <a:pPr algn="l" rtl="0"/>
          <a:r>
            <a:rPr lang="en-US"/>
            <a:t>X-axis: Predicted average score</a:t>
          </a:r>
        </a:p>
      </dgm:t>
    </dgm:pt>
    <dgm:pt modelId="{EFF28126-15AB-45AA-888A-8C7292D24219}" type="parTrans" cxnId="{A3752FA6-5349-40B5-8219-4D81B50890A2}">
      <dgm:prSet/>
      <dgm:spPr/>
    </dgm:pt>
    <dgm:pt modelId="{2D33CA45-7B27-46AF-899A-248B84D61DE5}" type="sibTrans" cxnId="{A3752FA6-5349-40B5-8219-4D81B50890A2}">
      <dgm:prSet/>
      <dgm:spPr/>
    </dgm:pt>
    <dgm:pt modelId="{CF04D076-AF8B-49B2-83E6-44C1D55A777F}">
      <dgm:prSet phldr="0"/>
      <dgm:spPr/>
      <dgm:t>
        <a:bodyPr/>
        <a:lstStyle/>
        <a:p>
          <a:pPr algn="l"/>
          <a:r>
            <a:rPr lang="en-US"/>
            <a:t>Y-axis: Binary classification output (Pass = 1, Fail = 0)</a:t>
          </a:r>
        </a:p>
      </dgm:t>
    </dgm:pt>
    <dgm:pt modelId="{8BE4B234-5FFC-48D1-B581-B6EA6F915037}" type="parTrans" cxnId="{87A7CD8E-D2C1-46A3-89AC-3C26DFE652BE}">
      <dgm:prSet/>
      <dgm:spPr/>
    </dgm:pt>
    <dgm:pt modelId="{ADE9E70D-373D-41E5-8994-2DF8717EA757}" type="sibTrans" cxnId="{87A7CD8E-D2C1-46A3-89AC-3C26DFE652BE}">
      <dgm:prSet/>
      <dgm:spPr/>
    </dgm:pt>
    <dgm:pt modelId="{76B23826-B5B5-4907-868D-0734E5F61DE9}">
      <dgm:prSet phldr="0"/>
      <dgm:spPr/>
      <dgm:t>
        <a:bodyPr/>
        <a:lstStyle/>
        <a:p>
          <a:pPr algn="l"/>
          <a:r>
            <a:rPr lang="en-US"/>
            <a:t>Blue points: Correctly predicted Pass</a:t>
          </a:r>
        </a:p>
      </dgm:t>
    </dgm:pt>
    <dgm:pt modelId="{092FF73D-4B0F-43A1-BE35-1C51F8DF8BD8}" type="parTrans" cxnId="{0277E27E-ED57-49EF-871E-E0C228E95901}">
      <dgm:prSet/>
      <dgm:spPr/>
    </dgm:pt>
    <dgm:pt modelId="{A84C35AB-6741-455F-B402-6CD22E46D7FB}" type="sibTrans" cxnId="{0277E27E-ED57-49EF-871E-E0C228E95901}">
      <dgm:prSet/>
      <dgm:spPr/>
    </dgm:pt>
    <dgm:pt modelId="{DB18216A-98D8-4C33-AC12-F600DA9C1944}">
      <dgm:prSet phldr="0"/>
      <dgm:spPr/>
      <dgm:t>
        <a:bodyPr/>
        <a:lstStyle/>
        <a:p>
          <a:pPr algn="l"/>
          <a:r>
            <a:rPr lang="en-US"/>
            <a:t>Red points: Correctly predicted Fail</a:t>
          </a:r>
        </a:p>
      </dgm:t>
    </dgm:pt>
    <dgm:pt modelId="{BA8A44AA-8893-485B-86DD-DF374D52E3BB}" type="parTrans" cxnId="{BE5052CC-7031-4D77-9D1E-BA183B2101EB}">
      <dgm:prSet/>
      <dgm:spPr/>
    </dgm:pt>
    <dgm:pt modelId="{AC2A8BF2-6251-4A4A-B3A3-77213D83AEC6}" type="sibTrans" cxnId="{BE5052CC-7031-4D77-9D1E-BA183B2101EB}">
      <dgm:prSet/>
      <dgm:spPr/>
    </dgm:pt>
    <dgm:pt modelId="{649ED646-EA8D-4FD2-BED3-DB5050F45114}">
      <dgm:prSet phldr="0"/>
      <dgm:spPr/>
      <dgm:t>
        <a:bodyPr/>
        <a:lstStyle/>
        <a:p>
          <a:pPr algn="l"/>
          <a:r>
            <a:rPr lang="en-US"/>
            <a:t>Clear separation between pass and fail classes.</a:t>
          </a:r>
        </a:p>
      </dgm:t>
    </dgm:pt>
    <dgm:pt modelId="{0D2DEC9D-679F-4B5B-B340-66D5A4556C12}" type="parTrans" cxnId="{919A6E75-9C25-4B54-A564-40A1C8892B1E}">
      <dgm:prSet/>
      <dgm:spPr/>
    </dgm:pt>
    <dgm:pt modelId="{BF94AE95-10D8-440A-9C19-7B667746A4D0}" type="sibTrans" cxnId="{919A6E75-9C25-4B54-A564-40A1C8892B1E}">
      <dgm:prSet/>
      <dgm:spPr/>
    </dgm:pt>
    <dgm:pt modelId="{9169FBCD-C50C-463F-93EB-834943627163}">
      <dgm:prSet phldr="0"/>
      <dgm:spPr/>
      <dgm:t>
        <a:bodyPr/>
        <a:lstStyle/>
        <a:p>
          <a:pPr algn="l"/>
          <a:r>
            <a:rPr lang="en-GB" b="1"/>
            <a:t>Root Mean Squared Error (RMSE):</a:t>
          </a:r>
          <a:r>
            <a:rPr lang="en-GB"/>
            <a:t> 0.000</a:t>
          </a:r>
        </a:p>
      </dgm:t>
    </dgm:pt>
    <dgm:pt modelId="{2F389F10-2B5D-47BB-A130-091FFE4CDCD0}" type="parTrans" cxnId="{D10E587C-22D6-4D26-BA04-C50EA8E39DF0}">
      <dgm:prSet/>
      <dgm:spPr/>
    </dgm:pt>
    <dgm:pt modelId="{538272AF-4F1A-41F9-BA41-BF3349DF2713}" type="sibTrans" cxnId="{D10E587C-22D6-4D26-BA04-C50EA8E39DF0}">
      <dgm:prSet/>
      <dgm:spPr/>
    </dgm:pt>
    <dgm:pt modelId="{2DB9E639-ADCB-458A-A6D4-528B8B6FF895}">
      <dgm:prSet phldr="0"/>
      <dgm:spPr/>
      <dgm:t>
        <a:bodyPr/>
        <a:lstStyle/>
        <a:p>
          <a:pPr algn="l"/>
          <a:r>
            <a:rPr lang="en-GB" b="1"/>
            <a:t>Absolute Error:</a:t>
          </a:r>
          <a:r>
            <a:rPr lang="en-GB"/>
            <a:t> 0.000</a:t>
          </a:r>
        </a:p>
      </dgm:t>
    </dgm:pt>
    <dgm:pt modelId="{9418CBFB-4512-44A0-AD58-29373782A1C5}" type="parTrans" cxnId="{AE572DDD-67A4-417D-A02E-D86368C12C17}">
      <dgm:prSet/>
      <dgm:spPr/>
    </dgm:pt>
    <dgm:pt modelId="{56F192A2-41A8-49FE-9E2F-26BC762C02FB}" type="sibTrans" cxnId="{AE572DDD-67A4-417D-A02E-D86368C12C17}">
      <dgm:prSet/>
      <dgm:spPr/>
    </dgm:pt>
    <dgm:pt modelId="{EAD587D1-F0DB-4974-87E4-A7F061642130}">
      <dgm:prSet phldr="0"/>
      <dgm:spPr/>
      <dgm:t>
        <a:bodyPr/>
        <a:lstStyle/>
        <a:p>
          <a:pPr algn="l"/>
          <a:r>
            <a:rPr lang="en-GB" b="1"/>
            <a:t>Relative Error:</a:t>
          </a:r>
          <a:r>
            <a:rPr lang="en-GB"/>
            <a:t> 0.00%</a:t>
          </a:r>
        </a:p>
      </dgm:t>
    </dgm:pt>
    <dgm:pt modelId="{629A4A84-8DB9-4C3B-A2CA-5EBCB458D3D1}" type="parTrans" cxnId="{E01D5C45-135B-49BE-B760-BF0B9C3A541B}">
      <dgm:prSet/>
      <dgm:spPr/>
    </dgm:pt>
    <dgm:pt modelId="{53EDDA0F-3755-4626-9AC2-7151339168DA}" type="sibTrans" cxnId="{E01D5C45-135B-49BE-B760-BF0B9C3A541B}">
      <dgm:prSet/>
      <dgm:spPr/>
    </dgm:pt>
    <dgm:pt modelId="{30621097-DE9E-4AFD-B597-403E93174A4D}">
      <dgm:prSet phldr="0"/>
      <dgm:spPr/>
      <dgm:t>
        <a:bodyPr/>
        <a:lstStyle/>
        <a:p>
          <a:pPr algn="l" rtl="0"/>
          <a:r>
            <a:rPr lang="en-GB" b="1">
              <a:latin typeface="Calibri"/>
            </a:rPr>
            <a:t>Squared Error:</a:t>
          </a:r>
          <a:r>
            <a:rPr lang="en-GB" b="0">
              <a:latin typeface="Calibri"/>
            </a:rPr>
            <a:t> </a:t>
          </a:r>
          <a:r>
            <a:rPr lang="en-GB" b="1">
              <a:latin typeface="Calibri"/>
            </a:rPr>
            <a:t>0.0</a:t>
          </a:r>
        </a:p>
      </dgm:t>
    </dgm:pt>
    <dgm:pt modelId="{4EBE7834-46C4-4C8F-8255-F29934F9D4C1}" type="parTrans" cxnId="{EBD017EE-B9CD-454F-8040-6BBEAD1D6F4A}">
      <dgm:prSet/>
      <dgm:spPr/>
    </dgm:pt>
    <dgm:pt modelId="{7BDBBEBD-0F19-4A50-97B1-7322E74921CE}" type="sibTrans" cxnId="{EBD017EE-B9CD-454F-8040-6BBEAD1D6F4A}">
      <dgm:prSet/>
      <dgm:spPr/>
    </dgm:pt>
    <dgm:pt modelId="{8D8E0015-E2C3-4C86-A4A0-E9DA19CAF019}">
      <dgm:prSet phldr="0"/>
      <dgm:spPr/>
      <dgm:t>
        <a:bodyPr/>
        <a:lstStyle/>
        <a:p>
          <a:pPr algn="l"/>
          <a:r>
            <a:rPr lang="en-GB"/>
            <a:t>Indicates </a:t>
          </a:r>
          <a:r>
            <a:rPr lang="en-GB" b="1"/>
            <a:t>perfect regression fit</a:t>
          </a:r>
          <a:r>
            <a:rPr lang="en-GB"/>
            <a:t> on the dataset.</a:t>
          </a:r>
        </a:p>
      </dgm:t>
    </dgm:pt>
    <dgm:pt modelId="{A19364E3-70A4-40DE-BC05-FAB358195185}" type="parTrans" cxnId="{67DFF1E4-E7A1-4197-BA27-183381C842B9}">
      <dgm:prSet/>
      <dgm:spPr/>
    </dgm:pt>
    <dgm:pt modelId="{1CB53D31-7A11-4364-A66A-D25784B6D290}" type="sibTrans" cxnId="{67DFF1E4-E7A1-4197-BA27-183381C842B9}">
      <dgm:prSet/>
      <dgm:spPr/>
    </dgm:pt>
    <dgm:pt modelId="{2BAD01D3-95F6-49F5-BD0D-C3CAA73BFCBF}">
      <dgm:prSet phldr="0"/>
      <dgm:spPr/>
      <dgm:t>
        <a:bodyPr/>
        <a:lstStyle/>
        <a:p>
          <a:pPr algn="l"/>
          <a:r>
            <a:rPr lang="en-GB"/>
            <a:t>Strong predictive accuracy, but may signal </a:t>
          </a:r>
          <a:r>
            <a:rPr lang="en-GB" b="1"/>
            <a:t>overfitting</a:t>
          </a:r>
          <a:r>
            <a:rPr lang="en-GB"/>
            <a:t>—needs further validation.</a:t>
          </a:r>
        </a:p>
      </dgm:t>
    </dgm:pt>
    <dgm:pt modelId="{7B86D069-FEB5-4822-9F5A-69EE6A65C3AA}" type="parTrans" cxnId="{6B8DF386-7E6B-4164-B1D0-CFE5320959ED}">
      <dgm:prSet/>
      <dgm:spPr/>
    </dgm:pt>
    <dgm:pt modelId="{83F3013C-46BD-4A03-88E7-DA2977137F32}" type="sibTrans" cxnId="{6B8DF386-7E6B-4164-B1D0-CFE5320959ED}">
      <dgm:prSet/>
      <dgm:spPr/>
    </dgm:pt>
    <dgm:pt modelId="{28DBABB9-63FA-4DD2-ADD4-55C8B3F2A17C}">
      <dgm:prSet phldr="0"/>
      <dgm:spPr/>
      <dgm:t>
        <a:bodyPr/>
        <a:lstStyle/>
        <a:p>
          <a:endParaRPr lang="en-GB">
            <a:latin typeface="Calibri"/>
          </a:endParaRPr>
        </a:p>
      </dgm:t>
    </dgm:pt>
    <dgm:pt modelId="{2D5984CF-BBF5-4ACE-8221-74DE5B2996EB}" type="parTrans" cxnId="{CFEE1A6B-E3B5-49D0-9B38-0A5F4FC3B6A0}">
      <dgm:prSet/>
      <dgm:spPr/>
    </dgm:pt>
    <dgm:pt modelId="{09F31420-BCEA-4BA1-8EDF-776054855A9C}" type="sibTrans" cxnId="{CFEE1A6B-E3B5-49D0-9B38-0A5F4FC3B6A0}">
      <dgm:prSet/>
      <dgm:spPr/>
    </dgm:pt>
    <dgm:pt modelId="{71B98017-1A98-415E-8C62-0FB50AD40AF2}">
      <dgm:prSet phldr="0"/>
      <dgm:spPr/>
      <dgm:t>
        <a:bodyPr/>
        <a:lstStyle/>
        <a:p>
          <a:r>
            <a:rPr lang="en-GB" b="1">
              <a:latin typeface="Calibri"/>
            </a:rPr>
            <a:t>Correlation</a:t>
          </a:r>
          <a:r>
            <a:rPr lang="en-GB" b="1"/>
            <a:t>:</a:t>
          </a:r>
          <a:r>
            <a:rPr lang="en-GB"/>
            <a:t> 1.000</a:t>
          </a:r>
        </a:p>
      </dgm:t>
    </dgm:pt>
    <dgm:pt modelId="{17D8DD59-BB9C-4EAA-8FA9-D50C68EE53C0}" type="parTrans" cxnId="{4FBD0C83-B5E0-4FD3-ABD0-3D26001BDB15}">
      <dgm:prSet/>
      <dgm:spPr/>
    </dgm:pt>
    <dgm:pt modelId="{827EF496-7112-4DAD-9440-90DEF106FFEA}" type="sibTrans" cxnId="{4FBD0C83-B5E0-4FD3-ABD0-3D26001BDB15}">
      <dgm:prSet/>
      <dgm:spPr/>
    </dgm:pt>
    <dgm:pt modelId="{74BBB31C-AAA8-447E-89C6-E33454488A19}" type="pres">
      <dgm:prSet presAssocID="{8B65C80E-EAB4-49BB-B100-2DDE76CACCCD}" presName="vert0" presStyleCnt="0">
        <dgm:presLayoutVars>
          <dgm:dir/>
          <dgm:animOne val="branch"/>
          <dgm:animLvl val="lvl"/>
        </dgm:presLayoutVars>
      </dgm:prSet>
      <dgm:spPr/>
    </dgm:pt>
    <dgm:pt modelId="{95FFFE20-AE84-4BE5-ACC5-94004727E3F0}" type="pres">
      <dgm:prSet presAssocID="{7D921471-1A68-47B4-B981-B3F73D7DF73A}" presName="thickLine" presStyleLbl="alignNode1" presStyleIdx="0" presStyleCnt="13"/>
      <dgm:spPr/>
    </dgm:pt>
    <dgm:pt modelId="{69113D2A-8FFB-48B1-88C5-0E4DD67A41EF}" type="pres">
      <dgm:prSet presAssocID="{7D921471-1A68-47B4-B981-B3F73D7DF73A}" presName="horz1" presStyleCnt="0"/>
      <dgm:spPr/>
    </dgm:pt>
    <dgm:pt modelId="{4BE33065-BAFA-4FD2-8C2F-3431DAE5B8F3}" type="pres">
      <dgm:prSet presAssocID="{7D921471-1A68-47B4-B981-B3F73D7DF73A}" presName="tx1" presStyleLbl="revTx" presStyleIdx="0" presStyleCnt="13"/>
      <dgm:spPr/>
    </dgm:pt>
    <dgm:pt modelId="{183E06B8-B220-4911-BB9C-457A5BA7A904}" type="pres">
      <dgm:prSet presAssocID="{7D921471-1A68-47B4-B981-B3F73D7DF73A}" presName="vert1" presStyleCnt="0"/>
      <dgm:spPr/>
    </dgm:pt>
    <dgm:pt modelId="{2EA48F5C-F938-459B-A876-238EA6B9EA0F}" type="pres">
      <dgm:prSet presAssocID="{CF04D076-AF8B-49B2-83E6-44C1D55A777F}" presName="thickLine" presStyleLbl="alignNode1" presStyleIdx="1" presStyleCnt="13"/>
      <dgm:spPr/>
    </dgm:pt>
    <dgm:pt modelId="{ECB13527-E3E8-4499-A64F-A113F50A019D}" type="pres">
      <dgm:prSet presAssocID="{CF04D076-AF8B-49B2-83E6-44C1D55A777F}" presName="horz1" presStyleCnt="0"/>
      <dgm:spPr/>
    </dgm:pt>
    <dgm:pt modelId="{D20FF267-04F7-4B3E-9CCA-F31B447C6E77}" type="pres">
      <dgm:prSet presAssocID="{CF04D076-AF8B-49B2-83E6-44C1D55A777F}" presName="tx1" presStyleLbl="revTx" presStyleIdx="1" presStyleCnt="13"/>
      <dgm:spPr/>
    </dgm:pt>
    <dgm:pt modelId="{0AE50B93-33D9-4784-9B85-DEFB34A61FA6}" type="pres">
      <dgm:prSet presAssocID="{CF04D076-AF8B-49B2-83E6-44C1D55A777F}" presName="vert1" presStyleCnt="0"/>
      <dgm:spPr/>
    </dgm:pt>
    <dgm:pt modelId="{7E493720-190A-4935-BE0D-A04B09DCEBC5}" type="pres">
      <dgm:prSet presAssocID="{76B23826-B5B5-4907-868D-0734E5F61DE9}" presName="thickLine" presStyleLbl="alignNode1" presStyleIdx="2" presStyleCnt="13"/>
      <dgm:spPr/>
    </dgm:pt>
    <dgm:pt modelId="{A2FF1BC0-5FE6-4088-9B0D-E903D0281714}" type="pres">
      <dgm:prSet presAssocID="{76B23826-B5B5-4907-868D-0734E5F61DE9}" presName="horz1" presStyleCnt="0"/>
      <dgm:spPr/>
    </dgm:pt>
    <dgm:pt modelId="{7F5241B1-7BDE-4859-AC19-D6741D31E50E}" type="pres">
      <dgm:prSet presAssocID="{76B23826-B5B5-4907-868D-0734E5F61DE9}" presName="tx1" presStyleLbl="revTx" presStyleIdx="2" presStyleCnt="13"/>
      <dgm:spPr/>
    </dgm:pt>
    <dgm:pt modelId="{FA8C1254-4E18-4689-97C1-831BB6BF6A3B}" type="pres">
      <dgm:prSet presAssocID="{76B23826-B5B5-4907-868D-0734E5F61DE9}" presName="vert1" presStyleCnt="0"/>
      <dgm:spPr/>
    </dgm:pt>
    <dgm:pt modelId="{84B2AD78-3991-439C-863C-C0023C756DB1}" type="pres">
      <dgm:prSet presAssocID="{DB18216A-98D8-4C33-AC12-F600DA9C1944}" presName="thickLine" presStyleLbl="alignNode1" presStyleIdx="3" presStyleCnt="13"/>
      <dgm:spPr/>
    </dgm:pt>
    <dgm:pt modelId="{CD233CA5-93C6-41DE-B634-05914AA3976D}" type="pres">
      <dgm:prSet presAssocID="{DB18216A-98D8-4C33-AC12-F600DA9C1944}" presName="horz1" presStyleCnt="0"/>
      <dgm:spPr/>
    </dgm:pt>
    <dgm:pt modelId="{4F2FF6A9-98E3-47D5-9268-5A8B0D5FFC00}" type="pres">
      <dgm:prSet presAssocID="{DB18216A-98D8-4C33-AC12-F600DA9C1944}" presName="tx1" presStyleLbl="revTx" presStyleIdx="3" presStyleCnt="13"/>
      <dgm:spPr/>
    </dgm:pt>
    <dgm:pt modelId="{288E68A2-3663-4843-AB1B-1DECEF5FEEA7}" type="pres">
      <dgm:prSet presAssocID="{DB18216A-98D8-4C33-AC12-F600DA9C1944}" presName="vert1" presStyleCnt="0"/>
      <dgm:spPr/>
    </dgm:pt>
    <dgm:pt modelId="{8EE24726-0A6E-4555-8EAB-B9A06E75E341}" type="pres">
      <dgm:prSet presAssocID="{649ED646-EA8D-4FD2-BED3-DB5050F45114}" presName="thickLine" presStyleLbl="alignNode1" presStyleIdx="4" presStyleCnt="13"/>
      <dgm:spPr/>
    </dgm:pt>
    <dgm:pt modelId="{84E447E8-01D1-4A07-B161-38FF264B1684}" type="pres">
      <dgm:prSet presAssocID="{649ED646-EA8D-4FD2-BED3-DB5050F45114}" presName="horz1" presStyleCnt="0"/>
      <dgm:spPr/>
    </dgm:pt>
    <dgm:pt modelId="{079E429D-40EF-4EDB-83D9-19A7C53ABE0C}" type="pres">
      <dgm:prSet presAssocID="{649ED646-EA8D-4FD2-BED3-DB5050F45114}" presName="tx1" presStyleLbl="revTx" presStyleIdx="4" presStyleCnt="13"/>
      <dgm:spPr/>
    </dgm:pt>
    <dgm:pt modelId="{914A468C-8CCD-469D-802C-E8A975119757}" type="pres">
      <dgm:prSet presAssocID="{649ED646-EA8D-4FD2-BED3-DB5050F45114}" presName="vert1" presStyleCnt="0"/>
      <dgm:spPr/>
    </dgm:pt>
    <dgm:pt modelId="{06977F06-2A22-4D1C-B518-605F37F2EBB3}" type="pres">
      <dgm:prSet presAssocID="{9169FBCD-C50C-463F-93EB-834943627163}" presName="thickLine" presStyleLbl="alignNode1" presStyleIdx="5" presStyleCnt="13"/>
      <dgm:spPr/>
    </dgm:pt>
    <dgm:pt modelId="{47B2B082-5A46-4A78-BC1C-971DADC6BBDE}" type="pres">
      <dgm:prSet presAssocID="{9169FBCD-C50C-463F-93EB-834943627163}" presName="horz1" presStyleCnt="0"/>
      <dgm:spPr/>
    </dgm:pt>
    <dgm:pt modelId="{7E0CA9F7-A284-41F0-A5B8-AA84C7434B66}" type="pres">
      <dgm:prSet presAssocID="{9169FBCD-C50C-463F-93EB-834943627163}" presName="tx1" presStyleLbl="revTx" presStyleIdx="5" presStyleCnt="13"/>
      <dgm:spPr/>
    </dgm:pt>
    <dgm:pt modelId="{4F587068-EA40-409A-82A1-F47F96204947}" type="pres">
      <dgm:prSet presAssocID="{9169FBCD-C50C-463F-93EB-834943627163}" presName="vert1" presStyleCnt="0"/>
      <dgm:spPr/>
    </dgm:pt>
    <dgm:pt modelId="{F8231E68-9801-4044-99DE-4D39CE63B436}" type="pres">
      <dgm:prSet presAssocID="{2DB9E639-ADCB-458A-A6D4-528B8B6FF895}" presName="thickLine" presStyleLbl="alignNode1" presStyleIdx="6" presStyleCnt="13"/>
      <dgm:spPr/>
    </dgm:pt>
    <dgm:pt modelId="{C9391566-D236-4EE8-99A4-6BBC482913A6}" type="pres">
      <dgm:prSet presAssocID="{2DB9E639-ADCB-458A-A6D4-528B8B6FF895}" presName="horz1" presStyleCnt="0"/>
      <dgm:spPr/>
    </dgm:pt>
    <dgm:pt modelId="{76861B2C-311A-4E31-A9B6-626485D45F57}" type="pres">
      <dgm:prSet presAssocID="{2DB9E639-ADCB-458A-A6D4-528B8B6FF895}" presName="tx1" presStyleLbl="revTx" presStyleIdx="6" presStyleCnt="13"/>
      <dgm:spPr/>
    </dgm:pt>
    <dgm:pt modelId="{CCA183E3-C3EA-4E9F-ABE0-EA7D080C3BF7}" type="pres">
      <dgm:prSet presAssocID="{2DB9E639-ADCB-458A-A6D4-528B8B6FF895}" presName="vert1" presStyleCnt="0"/>
      <dgm:spPr/>
    </dgm:pt>
    <dgm:pt modelId="{89FEF098-83CE-4AB0-AB2E-A8C88A155B9D}" type="pres">
      <dgm:prSet presAssocID="{EAD587D1-F0DB-4974-87E4-A7F061642130}" presName="thickLine" presStyleLbl="alignNode1" presStyleIdx="7" presStyleCnt="13"/>
      <dgm:spPr/>
    </dgm:pt>
    <dgm:pt modelId="{9BEC12D5-2F89-4971-BDAE-113591967105}" type="pres">
      <dgm:prSet presAssocID="{EAD587D1-F0DB-4974-87E4-A7F061642130}" presName="horz1" presStyleCnt="0"/>
      <dgm:spPr/>
    </dgm:pt>
    <dgm:pt modelId="{5FDEEAD1-2C74-4CEB-9FD3-B6F2AB278FB9}" type="pres">
      <dgm:prSet presAssocID="{EAD587D1-F0DB-4974-87E4-A7F061642130}" presName="tx1" presStyleLbl="revTx" presStyleIdx="7" presStyleCnt="13"/>
      <dgm:spPr/>
    </dgm:pt>
    <dgm:pt modelId="{E47B0BDA-9108-4133-AD1E-0F508A2656C2}" type="pres">
      <dgm:prSet presAssocID="{EAD587D1-F0DB-4974-87E4-A7F061642130}" presName="vert1" presStyleCnt="0"/>
      <dgm:spPr/>
    </dgm:pt>
    <dgm:pt modelId="{D8D755F6-0C7D-4F2C-BC5D-C2EDB5C00B50}" type="pres">
      <dgm:prSet presAssocID="{30621097-DE9E-4AFD-B597-403E93174A4D}" presName="thickLine" presStyleLbl="alignNode1" presStyleIdx="8" presStyleCnt="13"/>
      <dgm:spPr/>
    </dgm:pt>
    <dgm:pt modelId="{525931CD-F0D9-4647-AE7C-EB13996827D6}" type="pres">
      <dgm:prSet presAssocID="{30621097-DE9E-4AFD-B597-403E93174A4D}" presName="horz1" presStyleCnt="0"/>
      <dgm:spPr/>
    </dgm:pt>
    <dgm:pt modelId="{A0D8DE88-F21F-4C8C-AEF5-D730FE114B6C}" type="pres">
      <dgm:prSet presAssocID="{30621097-DE9E-4AFD-B597-403E93174A4D}" presName="tx1" presStyleLbl="revTx" presStyleIdx="8" presStyleCnt="13"/>
      <dgm:spPr/>
    </dgm:pt>
    <dgm:pt modelId="{A54494A0-370D-4B59-96F2-30000225E4BD}" type="pres">
      <dgm:prSet presAssocID="{30621097-DE9E-4AFD-B597-403E93174A4D}" presName="vert1" presStyleCnt="0"/>
      <dgm:spPr/>
    </dgm:pt>
    <dgm:pt modelId="{A874520D-E9A9-4D72-8D0A-8C641AC8F98B}" type="pres">
      <dgm:prSet presAssocID="{71B98017-1A98-415E-8C62-0FB50AD40AF2}" presName="thickLine" presStyleLbl="alignNode1" presStyleIdx="9" presStyleCnt="13"/>
      <dgm:spPr/>
    </dgm:pt>
    <dgm:pt modelId="{10C43079-2484-440C-A538-15609F233F1B}" type="pres">
      <dgm:prSet presAssocID="{71B98017-1A98-415E-8C62-0FB50AD40AF2}" presName="horz1" presStyleCnt="0"/>
      <dgm:spPr/>
    </dgm:pt>
    <dgm:pt modelId="{CC11956A-62DA-4687-A280-4F6491D636AD}" type="pres">
      <dgm:prSet presAssocID="{71B98017-1A98-415E-8C62-0FB50AD40AF2}" presName="tx1" presStyleLbl="revTx" presStyleIdx="9" presStyleCnt="13"/>
      <dgm:spPr/>
    </dgm:pt>
    <dgm:pt modelId="{167527A7-6818-44DF-95C8-8F8A3AE0F93B}" type="pres">
      <dgm:prSet presAssocID="{71B98017-1A98-415E-8C62-0FB50AD40AF2}" presName="vert1" presStyleCnt="0"/>
      <dgm:spPr/>
    </dgm:pt>
    <dgm:pt modelId="{5C177020-9924-4567-8537-75F1357D6B63}" type="pres">
      <dgm:prSet presAssocID="{8D8E0015-E2C3-4C86-A4A0-E9DA19CAF019}" presName="thickLine" presStyleLbl="alignNode1" presStyleIdx="10" presStyleCnt="13"/>
      <dgm:spPr/>
    </dgm:pt>
    <dgm:pt modelId="{BF5195D5-683F-4B5E-8CF1-3D0984FB04DF}" type="pres">
      <dgm:prSet presAssocID="{8D8E0015-E2C3-4C86-A4A0-E9DA19CAF019}" presName="horz1" presStyleCnt="0"/>
      <dgm:spPr/>
    </dgm:pt>
    <dgm:pt modelId="{134F6CBD-4497-4FC3-A95A-448886EFAF21}" type="pres">
      <dgm:prSet presAssocID="{8D8E0015-E2C3-4C86-A4A0-E9DA19CAF019}" presName="tx1" presStyleLbl="revTx" presStyleIdx="10" presStyleCnt="13"/>
      <dgm:spPr/>
    </dgm:pt>
    <dgm:pt modelId="{689E74A8-D8BC-41D5-B9A4-C1451B90A0C4}" type="pres">
      <dgm:prSet presAssocID="{8D8E0015-E2C3-4C86-A4A0-E9DA19CAF019}" presName="vert1" presStyleCnt="0"/>
      <dgm:spPr/>
    </dgm:pt>
    <dgm:pt modelId="{2E838DBD-B250-43B9-8AC8-F37097A630CB}" type="pres">
      <dgm:prSet presAssocID="{2BAD01D3-95F6-49F5-BD0D-C3CAA73BFCBF}" presName="thickLine" presStyleLbl="alignNode1" presStyleIdx="11" presStyleCnt="13"/>
      <dgm:spPr/>
    </dgm:pt>
    <dgm:pt modelId="{21471D82-FF5A-457C-B7BC-4E2B073174A7}" type="pres">
      <dgm:prSet presAssocID="{2BAD01D3-95F6-49F5-BD0D-C3CAA73BFCBF}" presName="horz1" presStyleCnt="0"/>
      <dgm:spPr/>
    </dgm:pt>
    <dgm:pt modelId="{542C21FA-3D37-4760-88F0-E58116B9A593}" type="pres">
      <dgm:prSet presAssocID="{2BAD01D3-95F6-49F5-BD0D-C3CAA73BFCBF}" presName="tx1" presStyleLbl="revTx" presStyleIdx="11" presStyleCnt="13"/>
      <dgm:spPr/>
    </dgm:pt>
    <dgm:pt modelId="{3D53B5BC-CC0F-43E5-9EF8-C3CF96403833}" type="pres">
      <dgm:prSet presAssocID="{2BAD01D3-95F6-49F5-BD0D-C3CAA73BFCBF}" presName="vert1" presStyleCnt="0"/>
      <dgm:spPr/>
    </dgm:pt>
    <dgm:pt modelId="{36F2AD7F-ED09-44A1-AA59-46E25982B421}" type="pres">
      <dgm:prSet presAssocID="{28DBABB9-63FA-4DD2-ADD4-55C8B3F2A17C}" presName="thickLine" presStyleLbl="alignNode1" presStyleIdx="12" presStyleCnt="13"/>
      <dgm:spPr/>
    </dgm:pt>
    <dgm:pt modelId="{537DA8E1-A89A-48EB-A0B3-020B95AEF845}" type="pres">
      <dgm:prSet presAssocID="{28DBABB9-63FA-4DD2-ADD4-55C8B3F2A17C}" presName="horz1" presStyleCnt="0"/>
      <dgm:spPr/>
    </dgm:pt>
    <dgm:pt modelId="{583873AA-908C-40EF-B112-82A03D761167}" type="pres">
      <dgm:prSet presAssocID="{28DBABB9-63FA-4DD2-ADD4-55C8B3F2A17C}" presName="tx1" presStyleLbl="revTx" presStyleIdx="12" presStyleCnt="13"/>
      <dgm:spPr/>
    </dgm:pt>
    <dgm:pt modelId="{A276426F-D905-450B-8C85-EB7AFE5A9683}" type="pres">
      <dgm:prSet presAssocID="{28DBABB9-63FA-4DD2-ADD4-55C8B3F2A17C}" presName="vert1" presStyleCnt="0"/>
      <dgm:spPr/>
    </dgm:pt>
  </dgm:ptLst>
  <dgm:cxnLst>
    <dgm:cxn modelId="{03038E04-4E32-46E8-832E-4507B571E718}" type="presOf" srcId="{DB18216A-98D8-4C33-AC12-F600DA9C1944}" destId="{4F2FF6A9-98E3-47D5-9268-5A8B0D5FFC00}" srcOrd="0" destOrd="0" presId="urn:microsoft.com/office/officeart/2008/layout/LinedList"/>
    <dgm:cxn modelId="{5C3CDD2F-C80B-4036-9F5A-831B7EDB3FC2}" type="presOf" srcId="{30621097-DE9E-4AFD-B597-403E93174A4D}" destId="{A0D8DE88-F21F-4C8C-AEF5-D730FE114B6C}" srcOrd="0" destOrd="0" presId="urn:microsoft.com/office/officeart/2008/layout/LinedList"/>
    <dgm:cxn modelId="{EC284931-92F3-47B5-A46E-937716EBFBFA}" type="presOf" srcId="{8B65C80E-EAB4-49BB-B100-2DDE76CACCCD}" destId="{74BBB31C-AAA8-447E-89C6-E33454488A19}" srcOrd="0" destOrd="0" presId="urn:microsoft.com/office/officeart/2008/layout/LinedList"/>
    <dgm:cxn modelId="{CE8B823E-5BCD-4419-A9AB-50603E32BDAB}" type="presOf" srcId="{7D921471-1A68-47B4-B981-B3F73D7DF73A}" destId="{4BE33065-BAFA-4FD2-8C2F-3431DAE5B8F3}" srcOrd="0" destOrd="0" presId="urn:microsoft.com/office/officeart/2008/layout/LinedList"/>
    <dgm:cxn modelId="{78627C3F-9482-44AB-BAA3-107D13AB1997}" type="presOf" srcId="{2DB9E639-ADCB-458A-A6D4-528B8B6FF895}" destId="{76861B2C-311A-4E31-A9B6-626485D45F57}" srcOrd="0" destOrd="0" presId="urn:microsoft.com/office/officeart/2008/layout/LinedList"/>
    <dgm:cxn modelId="{2A255A44-93B1-470D-8748-FB32942E8EFA}" type="presOf" srcId="{71B98017-1A98-415E-8C62-0FB50AD40AF2}" destId="{CC11956A-62DA-4687-A280-4F6491D636AD}" srcOrd="0" destOrd="0" presId="urn:microsoft.com/office/officeart/2008/layout/LinedList"/>
    <dgm:cxn modelId="{E01D5C45-135B-49BE-B760-BF0B9C3A541B}" srcId="{8B65C80E-EAB4-49BB-B100-2DDE76CACCCD}" destId="{EAD587D1-F0DB-4974-87E4-A7F061642130}" srcOrd="7" destOrd="0" parTransId="{629A4A84-8DB9-4C3B-A2CA-5EBCB458D3D1}" sibTransId="{53EDDA0F-3755-4626-9AC2-7151339168DA}"/>
    <dgm:cxn modelId="{B7049948-ED64-41B7-B427-3E697835A152}" type="presOf" srcId="{8D8E0015-E2C3-4C86-A4A0-E9DA19CAF019}" destId="{134F6CBD-4497-4FC3-A95A-448886EFAF21}" srcOrd="0" destOrd="0" presId="urn:microsoft.com/office/officeart/2008/layout/LinedList"/>
    <dgm:cxn modelId="{CFEE1A6B-E3B5-49D0-9B38-0A5F4FC3B6A0}" srcId="{8B65C80E-EAB4-49BB-B100-2DDE76CACCCD}" destId="{28DBABB9-63FA-4DD2-ADD4-55C8B3F2A17C}" srcOrd="12" destOrd="0" parTransId="{2D5984CF-BBF5-4ACE-8221-74DE5B2996EB}" sibTransId="{09F31420-BCEA-4BA1-8EDF-776054855A9C}"/>
    <dgm:cxn modelId="{ABFD9850-E159-48F7-90B6-6F316D33FEE6}" type="presOf" srcId="{CF04D076-AF8B-49B2-83E6-44C1D55A777F}" destId="{D20FF267-04F7-4B3E-9CCA-F31B447C6E77}" srcOrd="0" destOrd="0" presId="urn:microsoft.com/office/officeart/2008/layout/LinedList"/>
    <dgm:cxn modelId="{DFA5FE51-13D5-49FC-A78A-49D2E855DD31}" type="presOf" srcId="{EAD587D1-F0DB-4974-87E4-A7F061642130}" destId="{5FDEEAD1-2C74-4CEB-9FD3-B6F2AB278FB9}" srcOrd="0" destOrd="0" presId="urn:microsoft.com/office/officeart/2008/layout/LinedList"/>
    <dgm:cxn modelId="{919A6E75-9C25-4B54-A564-40A1C8892B1E}" srcId="{8B65C80E-EAB4-49BB-B100-2DDE76CACCCD}" destId="{649ED646-EA8D-4FD2-BED3-DB5050F45114}" srcOrd="4" destOrd="0" parTransId="{0D2DEC9D-679F-4B5B-B340-66D5A4556C12}" sibTransId="{BF94AE95-10D8-440A-9C19-7B667746A4D0}"/>
    <dgm:cxn modelId="{0C69BC57-480D-49EA-AE83-81FC5A3022CD}" type="presOf" srcId="{9169FBCD-C50C-463F-93EB-834943627163}" destId="{7E0CA9F7-A284-41F0-A5B8-AA84C7434B66}" srcOrd="0" destOrd="0" presId="urn:microsoft.com/office/officeart/2008/layout/LinedList"/>
    <dgm:cxn modelId="{D10E587C-22D6-4D26-BA04-C50EA8E39DF0}" srcId="{8B65C80E-EAB4-49BB-B100-2DDE76CACCCD}" destId="{9169FBCD-C50C-463F-93EB-834943627163}" srcOrd="5" destOrd="0" parTransId="{2F389F10-2B5D-47BB-A130-091FFE4CDCD0}" sibTransId="{538272AF-4F1A-41F9-BA41-BF3349DF2713}"/>
    <dgm:cxn modelId="{0277E27E-ED57-49EF-871E-E0C228E95901}" srcId="{8B65C80E-EAB4-49BB-B100-2DDE76CACCCD}" destId="{76B23826-B5B5-4907-868D-0734E5F61DE9}" srcOrd="2" destOrd="0" parTransId="{092FF73D-4B0F-43A1-BE35-1C51F8DF8BD8}" sibTransId="{A84C35AB-6741-455F-B402-6CD22E46D7FB}"/>
    <dgm:cxn modelId="{4FBD0C83-B5E0-4FD3-ABD0-3D26001BDB15}" srcId="{8B65C80E-EAB4-49BB-B100-2DDE76CACCCD}" destId="{71B98017-1A98-415E-8C62-0FB50AD40AF2}" srcOrd="9" destOrd="0" parTransId="{17D8DD59-BB9C-4EAA-8FA9-D50C68EE53C0}" sibTransId="{827EF496-7112-4DAD-9440-90DEF106FFEA}"/>
    <dgm:cxn modelId="{57E7BA83-0CAB-4F12-A743-7559098C45B9}" type="presOf" srcId="{649ED646-EA8D-4FD2-BED3-DB5050F45114}" destId="{079E429D-40EF-4EDB-83D9-19A7C53ABE0C}" srcOrd="0" destOrd="0" presId="urn:microsoft.com/office/officeart/2008/layout/LinedList"/>
    <dgm:cxn modelId="{6B8DF386-7E6B-4164-B1D0-CFE5320959ED}" srcId="{8B65C80E-EAB4-49BB-B100-2DDE76CACCCD}" destId="{2BAD01D3-95F6-49F5-BD0D-C3CAA73BFCBF}" srcOrd="11" destOrd="0" parTransId="{7B86D069-FEB5-4822-9F5A-69EE6A65C3AA}" sibTransId="{83F3013C-46BD-4A03-88E7-DA2977137F32}"/>
    <dgm:cxn modelId="{87A7CD8E-D2C1-46A3-89AC-3C26DFE652BE}" srcId="{8B65C80E-EAB4-49BB-B100-2DDE76CACCCD}" destId="{CF04D076-AF8B-49B2-83E6-44C1D55A777F}" srcOrd="1" destOrd="0" parTransId="{8BE4B234-5FFC-48D1-B581-B6EA6F915037}" sibTransId="{ADE9E70D-373D-41E5-8994-2DF8717EA757}"/>
    <dgm:cxn modelId="{0706CE93-97C7-41A2-B8B8-19EE993C211A}" type="presOf" srcId="{28DBABB9-63FA-4DD2-ADD4-55C8B3F2A17C}" destId="{583873AA-908C-40EF-B112-82A03D761167}" srcOrd="0" destOrd="0" presId="urn:microsoft.com/office/officeart/2008/layout/LinedList"/>
    <dgm:cxn modelId="{E9175D9B-A94D-4914-A2F6-5328EAA87B30}" type="presOf" srcId="{2BAD01D3-95F6-49F5-BD0D-C3CAA73BFCBF}" destId="{542C21FA-3D37-4760-88F0-E58116B9A593}" srcOrd="0" destOrd="0" presId="urn:microsoft.com/office/officeart/2008/layout/LinedList"/>
    <dgm:cxn modelId="{A3752FA6-5349-40B5-8219-4D81B50890A2}" srcId="{8B65C80E-EAB4-49BB-B100-2DDE76CACCCD}" destId="{7D921471-1A68-47B4-B981-B3F73D7DF73A}" srcOrd="0" destOrd="0" parTransId="{EFF28126-15AB-45AA-888A-8C7292D24219}" sibTransId="{2D33CA45-7B27-46AF-899A-248B84D61DE5}"/>
    <dgm:cxn modelId="{5E1A4FB0-2174-44A9-ACD7-03FDFBBB776B}" type="presOf" srcId="{76B23826-B5B5-4907-868D-0734E5F61DE9}" destId="{7F5241B1-7BDE-4859-AC19-D6741D31E50E}" srcOrd="0" destOrd="0" presId="urn:microsoft.com/office/officeart/2008/layout/LinedList"/>
    <dgm:cxn modelId="{BE5052CC-7031-4D77-9D1E-BA183B2101EB}" srcId="{8B65C80E-EAB4-49BB-B100-2DDE76CACCCD}" destId="{DB18216A-98D8-4C33-AC12-F600DA9C1944}" srcOrd="3" destOrd="0" parTransId="{BA8A44AA-8893-485B-86DD-DF374D52E3BB}" sibTransId="{AC2A8BF2-6251-4A4A-B3A3-77213D83AEC6}"/>
    <dgm:cxn modelId="{AE572DDD-67A4-417D-A02E-D86368C12C17}" srcId="{8B65C80E-EAB4-49BB-B100-2DDE76CACCCD}" destId="{2DB9E639-ADCB-458A-A6D4-528B8B6FF895}" srcOrd="6" destOrd="0" parTransId="{9418CBFB-4512-44A0-AD58-29373782A1C5}" sibTransId="{56F192A2-41A8-49FE-9E2F-26BC762C02FB}"/>
    <dgm:cxn modelId="{67DFF1E4-E7A1-4197-BA27-183381C842B9}" srcId="{8B65C80E-EAB4-49BB-B100-2DDE76CACCCD}" destId="{8D8E0015-E2C3-4C86-A4A0-E9DA19CAF019}" srcOrd="10" destOrd="0" parTransId="{A19364E3-70A4-40DE-BC05-FAB358195185}" sibTransId="{1CB53D31-7A11-4364-A66A-D25784B6D290}"/>
    <dgm:cxn modelId="{EBD017EE-B9CD-454F-8040-6BBEAD1D6F4A}" srcId="{8B65C80E-EAB4-49BB-B100-2DDE76CACCCD}" destId="{30621097-DE9E-4AFD-B597-403E93174A4D}" srcOrd="8" destOrd="0" parTransId="{4EBE7834-46C4-4C8F-8255-F29934F9D4C1}" sibTransId="{7BDBBEBD-0F19-4A50-97B1-7322E74921CE}"/>
    <dgm:cxn modelId="{A67F4814-C2C2-4124-8BB2-071E3BB8CE94}" type="presParOf" srcId="{74BBB31C-AAA8-447E-89C6-E33454488A19}" destId="{95FFFE20-AE84-4BE5-ACC5-94004727E3F0}" srcOrd="0" destOrd="0" presId="urn:microsoft.com/office/officeart/2008/layout/LinedList"/>
    <dgm:cxn modelId="{F7052CAB-DEB8-408D-A8E1-E6193237B920}" type="presParOf" srcId="{74BBB31C-AAA8-447E-89C6-E33454488A19}" destId="{69113D2A-8FFB-48B1-88C5-0E4DD67A41EF}" srcOrd="1" destOrd="0" presId="urn:microsoft.com/office/officeart/2008/layout/LinedList"/>
    <dgm:cxn modelId="{3C2E3335-2C2C-4688-AEDA-A123A7EA536F}" type="presParOf" srcId="{69113D2A-8FFB-48B1-88C5-0E4DD67A41EF}" destId="{4BE33065-BAFA-4FD2-8C2F-3431DAE5B8F3}" srcOrd="0" destOrd="0" presId="urn:microsoft.com/office/officeart/2008/layout/LinedList"/>
    <dgm:cxn modelId="{C6096CA9-0C32-4A41-B188-E50565891143}" type="presParOf" srcId="{69113D2A-8FFB-48B1-88C5-0E4DD67A41EF}" destId="{183E06B8-B220-4911-BB9C-457A5BA7A904}" srcOrd="1" destOrd="0" presId="urn:microsoft.com/office/officeart/2008/layout/LinedList"/>
    <dgm:cxn modelId="{2FD7E290-55C2-435A-9912-FC5818395333}" type="presParOf" srcId="{74BBB31C-AAA8-447E-89C6-E33454488A19}" destId="{2EA48F5C-F938-459B-A876-238EA6B9EA0F}" srcOrd="2" destOrd="0" presId="urn:microsoft.com/office/officeart/2008/layout/LinedList"/>
    <dgm:cxn modelId="{EABD49B8-FE74-4DFE-AA44-79F21DD65452}" type="presParOf" srcId="{74BBB31C-AAA8-447E-89C6-E33454488A19}" destId="{ECB13527-E3E8-4499-A64F-A113F50A019D}" srcOrd="3" destOrd="0" presId="urn:microsoft.com/office/officeart/2008/layout/LinedList"/>
    <dgm:cxn modelId="{A0ED106C-BCE2-4EDD-9A1E-9B312CB2C33F}" type="presParOf" srcId="{ECB13527-E3E8-4499-A64F-A113F50A019D}" destId="{D20FF267-04F7-4B3E-9CCA-F31B447C6E77}" srcOrd="0" destOrd="0" presId="urn:microsoft.com/office/officeart/2008/layout/LinedList"/>
    <dgm:cxn modelId="{5910591C-A4E1-4609-97FC-E8A3102CB770}" type="presParOf" srcId="{ECB13527-E3E8-4499-A64F-A113F50A019D}" destId="{0AE50B93-33D9-4784-9B85-DEFB34A61FA6}" srcOrd="1" destOrd="0" presId="urn:microsoft.com/office/officeart/2008/layout/LinedList"/>
    <dgm:cxn modelId="{C92161D1-D6A9-4769-A676-07F9BCD90AE9}" type="presParOf" srcId="{74BBB31C-AAA8-447E-89C6-E33454488A19}" destId="{7E493720-190A-4935-BE0D-A04B09DCEBC5}" srcOrd="4" destOrd="0" presId="urn:microsoft.com/office/officeart/2008/layout/LinedList"/>
    <dgm:cxn modelId="{00D78882-7D58-4382-88A0-3E1A3B9C567C}" type="presParOf" srcId="{74BBB31C-AAA8-447E-89C6-E33454488A19}" destId="{A2FF1BC0-5FE6-4088-9B0D-E903D0281714}" srcOrd="5" destOrd="0" presId="urn:microsoft.com/office/officeart/2008/layout/LinedList"/>
    <dgm:cxn modelId="{0E7AA38D-320C-4EFF-8F2E-0E4BA91675CE}" type="presParOf" srcId="{A2FF1BC0-5FE6-4088-9B0D-E903D0281714}" destId="{7F5241B1-7BDE-4859-AC19-D6741D31E50E}" srcOrd="0" destOrd="0" presId="urn:microsoft.com/office/officeart/2008/layout/LinedList"/>
    <dgm:cxn modelId="{D77B4A51-214D-475D-9FD4-F9D44E847056}" type="presParOf" srcId="{A2FF1BC0-5FE6-4088-9B0D-E903D0281714}" destId="{FA8C1254-4E18-4689-97C1-831BB6BF6A3B}" srcOrd="1" destOrd="0" presId="urn:microsoft.com/office/officeart/2008/layout/LinedList"/>
    <dgm:cxn modelId="{1C0D5244-176A-47F9-B37A-82DB9D55BA2E}" type="presParOf" srcId="{74BBB31C-AAA8-447E-89C6-E33454488A19}" destId="{84B2AD78-3991-439C-863C-C0023C756DB1}" srcOrd="6" destOrd="0" presId="urn:microsoft.com/office/officeart/2008/layout/LinedList"/>
    <dgm:cxn modelId="{808FB4DA-F36F-48B5-8C43-8A7CA1421ED7}" type="presParOf" srcId="{74BBB31C-AAA8-447E-89C6-E33454488A19}" destId="{CD233CA5-93C6-41DE-B634-05914AA3976D}" srcOrd="7" destOrd="0" presId="urn:microsoft.com/office/officeart/2008/layout/LinedList"/>
    <dgm:cxn modelId="{CFC51778-3C3B-488E-A656-3A3B475D1B9A}" type="presParOf" srcId="{CD233CA5-93C6-41DE-B634-05914AA3976D}" destId="{4F2FF6A9-98E3-47D5-9268-5A8B0D5FFC00}" srcOrd="0" destOrd="0" presId="urn:microsoft.com/office/officeart/2008/layout/LinedList"/>
    <dgm:cxn modelId="{65959A4F-0216-4D84-A19D-76C22A41C25F}" type="presParOf" srcId="{CD233CA5-93C6-41DE-B634-05914AA3976D}" destId="{288E68A2-3663-4843-AB1B-1DECEF5FEEA7}" srcOrd="1" destOrd="0" presId="urn:microsoft.com/office/officeart/2008/layout/LinedList"/>
    <dgm:cxn modelId="{BA4309B5-9412-4AC4-804C-054AB552F523}" type="presParOf" srcId="{74BBB31C-AAA8-447E-89C6-E33454488A19}" destId="{8EE24726-0A6E-4555-8EAB-B9A06E75E341}" srcOrd="8" destOrd="0" presId="urn:microsoft.com/office/officeart/2008/layout/LinedList"/>
    <dgm:cxn modelId="{FD5290A7-6CD9-4C28-A416-07F3FC290D28}" type="presParOf" srcId="{74BBB31C-AAA8-447E-89C6-E33454488A19}" destId="{84E447E8-01D1-4A07-B161-38FF264B1684}" srcOrd="9" destOrd="0" presId="urn:microsoft.com/office/officeart/2008/layout/LinedList"/>
    <dgm:cxn modelId="{125FB20E-E66D-4CD5-B524-E1A78DCED551}" type="presParOf" srcId="{84E447E8-01D1-4A07-B161-38FF264B1684}" destId="{079E429D-40EF-4EDB-83D9-19A7C53ABE0C}" srcOrd="0" destOrd="0" presId="urn:microsoft.com/office/officeart/2008/layout/LinedList"/>
    <dgm:cxn modelId="{F1B5FF96-D73C-4294-AFEA-8C31C22770E5}" type="presParOf" srcId="{84E447E8-01D1-4A07-B161-38FF264B1684}" destId="{914A468C-8CCD-469D-802C-E8A975119757}" srcOrd="1" destOrd="0" presId="urn:microsoft.com/office/officeart/2008/layout/LinedList"/>
    <dgm:cxn modelId="{9BB96222-E966-4190-85D3-F6512FF6708E}" type="presParOf" srcId="{74BBB31C-AAA8-447E-89C6-E33454488A19}" destId="{06977F06-2A22-4D1C-B518-605F37F2EBB3}" srcOrd="10" destOrd="0" presId="urn:microsoft.com/office/officeart/2008/layout/LinedList"/>
    <dgm:cxn modelId="{A4A216FC-14D9-4D7F-B72E-02B817F5FBD9}" type="presParOf" srcId="{74BBB31C-AAA8-447E-89C6-E33454488A19}" destId="{47B2B082-5A46-4A78-BC1C-971DADC6BBDE}" srcOrd="11" destOrd="0" presId="urn:microsoft.com/office/officeart/2008/layout/LinedList"/>
    <dgm:cxn modelId="{BB2426CF-FF69-41C2-BF6E-0FE9981E7ABF}" type="presParOf" srcId="{47B2B082-5A46-4A78-BC1C-971DADC6BBDE}" destId="{7E0CA9F7-A284-41F0-A5B8-AA84C7434B66}" srcOrd="0" destOrd="0" presId="urn:microsoft.com/office/officeart/2008/layout/LinedList"/>
    <dgm:cxn modelId="{261CB200-1AB8-4411-A292-9E0734809E59}" type="presParOf" srcId="{47B2B082-5A46-4A78-BC1C-971DADC6BBDE}" destId="{4F587068-EA40-409A-82A1-F47F96204947}" srcOrd="1" destOrd="0" presId="urn:microsoft.com/office/officeart/2008/layout/LinedList"/>
    <dgm:cxn modelId="{8FB430F0-F21F-4993-AB42-057638FFBC3A}" type="presParOf" srcId="{74BBB31C-AAA8-447E-89C6-E33454488A19}" destId="{F8231E68-9801-4044-99DE-4D39CE63B436}" srcOrd="12" destOrd="0" presId="urn:microsoft.com/office/officeart/2008/layout/LinedList"/>
    <dgm:cxn modelId="{DABFB3A8-57CA-42E9-AF0B-978E20EEE873}" type="presParOf" srcId="{74BBB31C-AAA8-447E-89C6-E33454488A19}" destId="{C9391566-D236-4EE8-99A4-6BBC482913A6}" srcOrd="13" destOrd="0" presId="urn:microsoft.com/office/officeart/2008/layout/LinedList"/>
    <dgm:cxn modelId="{BEB92638-75C2-4276-9E65-15C5F162EE73}" type="presParOf" srcId="{C9391566-D236-4EE8-99A4-6BBC482913A6}" destId="{76861B2C-311A-4E31-A9B6-626485D45F57}" srcOrd="0" destOrd="0" presId="urn:microsoft.com/office/officeart/2008/layout/LinedList"/>
    <dgm:cxn modelId="{8784EAC9-2CE6-450B-A43C-DEE1B5FAF250}" type="presParOf" srcId="{C9391566-D236-4EE8-99A4-6BBC482913A6}" destId="{CCA183E3-C3EA-4E9F-ABE0-EA7D080C3BF7}" srcOrd="1" destOrd="0" presId="urn:microsoft.com/office/officeart/2008/layout/LinedList"/>
    <dgm:cxn modelId="{8C858A76-F1EF-46EB-B43F-5E37365074E4}" type="presParOf" srcId="{74BBB31C-AAA8-447E-89C6-E33454488A19}" destId="{89FEF098-83CE-4AB0-AB2E-A8C88A155B9D}" srcOrd="14" destOrd="0" presId="urn:microsoft.com/office/officeart/2008/layout/LinedList"/>
    <dgm:cxn modelId="{780A0B33-2272-473C-A22F-6454E8A12C86}" type="presParOf" srcId="{74BBB31C-AAA8-447E-89C6-E33454488A19}" destId="{9BEC12D5-2F89-4971-BDAE-113591967105}" srcOrd="15" destOrd="0" presId="urn:microsoft.com/office/officeart/2008/layout/LinedList"/>
    <dgm:cxn modelId="{AE0C4A94-9746-4032-B991-92D7F6BF187F}" type="presParOf" srcId="{9BEC12D5-2F89-4971-BDAE-113591967105}" destId="{5FDEEAD1-2C74-4CEB-9FD3-B6F2AB278FB9}" srcOrd="0" destOrd="0" presId="urn:microsoft.com/office/officeart/2008/layout/LinedList"/>
    <dgm:cxn modelId="{B47ED54C-970F-46D9-A441-698B512C2BDF}" type="presParOf" srcId="{9BEC12D5-2F89-4971-BDAE-113591967105}" destId="{E47B0BDA-9108-4133-AD1E-0F508A2656C2}" srcOrd="1" destOrd="0" presId="urn:microsoft.com/office/officeart/2008/layout/LinedList"/>
    <dgm:cxn modelId="{C333C0F6-4FE3-4D51-B972-F94669F69DBE}" type="presParOf" srcId="{74BBB31C-AAA8-447E-89C6-E33454488A19}" destId="{D8D755F6-0C7D-4F2C-BC5D-C2EDB5C00B50}" srcOrd="16" destOrd="0" presId="urn:microsoft.com/office/officeart/2008/layout/LinedList"/>
    <dgm:cxn modelId="{E76B9A03-D339-4055-8CE2-F738BEB47173}" type="presParOf" srcId="{74BBB31C-AAA8-447E-89C6-E33454488A19}" destId="{525931CD-F0D9-4647-AE7C-EB13996827D6}" srcOrd="17" destOrd="0" presId="urn:microsoft.com/office/officeart/2008/layout/LinedList"/>
    <dgm:cxn modelId="{4B2B19DC-0B74-4F01-991E-9295B61EBCAB}" type="presParOf" srcId="{525931CD-F0D9-4647-AE7C-EB13996827D6}" destId="{A0D8DE88-F21F-4C8C-AEF5-D730FE114B6C}" srcOrd="0" destOrd="0" presId="urn:microsoft.com/office/officeart/2008/layout/LinedList"/>
    <dgm:cxn modelId="{02F6869A-D5A3-4107-8C24-C6A1B2EF1272}" type="presParOf" srcId="{525931CD-F0D9-4647-AE7C-EB13996827D6}" destId="{A54494A0-370D-4B59-96F2-30000225E4BD}" srcOrd="1" destOrd="0" presId="urn:microsoft.com/office/officeart/2008/layout/LinedList"/>
    <dgm:cxn modelId="{313789D0-C189-4F69-B3D8-1AAF7A4032BB}" type="presParOf" srcId="{74BBB31C-AAA8-447E-89C6-E33454488A19}" destId="{A874520D-E9A9-4D72-8D0A-8C641AC8F98B}" srcOrd="18" destOrd="0" presId="urn:microsoft.com/office/officeart/2008/layout/LinedList"/>
    <dgm:cxn modelId="{D9527B63-7E79-4EC0-9C8A-D97CABD5508D}" type="presParOf" srcId="{74BBB31C-AAA8-447E-89C6-E33454488A19}" destId="{10C43079-2484-440C-A538-15609F233F1B}" srcOrd="19" destOrd="0" presId="urn:microsoft.com/office/officeart/2008/layout/LinedList"/>
    <dgm:cxn modelId="{A05CDB5E-555E-4C96-AD55-4041A740937B}" type="presParOf" srcId="{10C43079-2484-440C-A538-15609F233F1B}" destId="{CC11956A-62DA-4687-A280-4F6491D636AD}" srcOrd="0" destOrd="0" presId="urn:microsoft.com/office/officeart/2008/layout/LinedList"/>
    <dgm:cxn modelId="{C6D9EED0-95FC-46B4-9490-734E5A6EC9E7}" type="presParOf" srcId="{10C43079-2484-440C-A538-15609F233F1B}" destId="{167527A7-6818-44DF-95C8-8F8A3AE0F93B}" srcOrd="1" destOrd="0" presId="urn:microsoft.com/office/officeart/2008/layout/LinedList"/>
    <dgm:cxn modelId="{68DDF9FA-02FC-4B7B-BE2A-AB0350EFAB2F}" type="presParOf" srcId="{74BBB31C-AAA8-447E-89C6-E33454488A19}" destId="{5C177020-9924-4567-8537-75F1357D6B63}" srcOrd="20" destOrd="0" presId="urn:microsoft.com/office/officeart/2008/layout/LinedList"/>
    <dgm:cxn modelId="{07CC1AA2-D994-44EA-833B-B2CEC25D665A}" type="presParOf" srcId="{74BBB31C-AAA8-447E-89C6-E33454488A19}" destId="{BF5195D5-683F-4B5E-8CF1-3D0984FB04DF}" srcOrd="21" destOrd="0" presId="urn:microsoft.com/office/officeart/2008/layout/LinedList"/>
    <dgm:cxn modelId="{9D09B8A8-5AAB-422B-A16A-86BA6CB36927}" type="presParOf" srcId="{BF5195D5-683F-4B5E-8CF1-3D0984FB04DF}" destId="{134F6CBD-4497-4FC3-A95A-448886EFAF21}" srcOrd="0" destOrd="0" presId="urn:microsoft.com/office/officeart/2008/layout/LinedList"/>
    <dgm:cxn modelId="{28CE3D95-FF53-4E22-A332-5A2DBFC2A474}" type="presParOf" srcId="{BF5195D5-683F-4B5E-8CF1-3D0984FB04DF}" destId="{689E74A8-D8BC-41D5-B9A4-C1451B90A0C4}" srcOrd="1" destOrd="0" presId="urn:microsoft.com/office/officeart/2008/layout/LinedList"/>
    <dgm:cxn modelId="{9F1C1C5C-64DE-4361-BF2F-83F7CB78D3BB}" type="presParOf" srcId="{74BBB31C-AAA8-447E-89C6-E33454488A19}" destId="{2E838DBD-B250-43B9-8AC8-F37097A630CB}" srcOrd="22" destOrd="0" presId="urn:microsoft.com/office/officeart/2008/layout/LinedList"/>
    <dgm:cxn modelId="{B47F42DE-4462-4F5C-A99D-C63878FB27C8}" type="presParOf" srcId="{74BBB31C-AAA8-447E-89C6-E33454488A19}" destId="{21471D82-FF5A-457C-B7BC-4E2B073174A7}" srcOrd="23" destOrd="0" presId="urn:microsoft.com/office/officeart/2008/layout/LinedList"/>
    <dgm:cxn modelId="{7CAE6B4C-BE99-444B-BD93-F854CB690F62}" type="presParOf" srcId="{21471D82-FF5A-457C-B7BC-4E2B073174A7}" destId="{542C21FA-3D37-4760-88F0-E58116B9A593}" srcOrd="0" destOrd="0" presId="urn:microsoft.com/office/officeart/2008/layout/LinedList"/>
    <dgm:cxn modelId="{1B10D719-BD51-439C-87EB-8070035DB385}" type="presParOf" srcId="{21471D82-FF5A-457C-B7BC-4E2B073174A7}" destId="{3D53B5BC-CC0F-43E5-9EF8-C3CF96403833}" srcOrd="1" destOrd="0" presId="urn:microsoft.com/office/officeart/2008/layout/LinedList"/>
    <dgm:cxn modelId="{3F3D4648-28D3-4401-B525-06655BCFAA41}" type="presParOf" srcId="{74BBB31C-AAA8-447E-89C6-E33454488A19}" destId="{36F2AD7F-ED09-44A1-AA59-46E25982B421}" srcOrd="24" destOrd="0" presId="urn:microsoft.com/office/officeart/2008/layout/LinedList"/>
    <dgm:cxn modelId="{D1AFDDE0-2BD6-4887-AB29-E915967D8A41}" type="presParOf" srcId="{74BBB31C-AAA8-447E-89C6-E33454488A19}" destId="{537DA8E1-A89A-48EB-A0B3-020B95AEF845}" srcOrd="25" destOrd="0" presId="urn:microsoft.com/office/officeart/2008/layout/LinedList"/>
    <dgm:cxn modelId="{E155B5C8-37FC-497D-9306-C99144141BB0}" type="presParOf" srcId="{537DA8E1-A89A-48EB-A0B3-020B95AEF845}" destId="{583873AA-908C-40EF-B112-82A03D761167}" srcOrd="0" destOrd="0" presId="urn:microsoft.com/office/officeart/2008/layout/LinedList"/>
    <dgm:cxn modelId="{33D5F041-ACAE-40C6-92DC-46FF803AA9C1}" type="presParOf" srcId="{537DA8E1-A89A-48EB-A0B3-020B95AEF845}" destId="{A276426F-D905-450B-8C85-EB7AFE5A96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ED3FF16-19EA-4D2B-AC9E-4438D76D0FA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5E04F8CA-F5F3-4D2D-9007-F874043C7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</a:t>
          </a:r>
          <a:r>
            <a:rPr lang="en-US">
              <a:latin typeface="Calibri"/>
            </a:rPr>
            <a:t>,</a:t>
          </a:r>
          <a:r>
            <a:rPr lang="en-US"/>
            <a:t> Precision</a:t>
          </a:r>
          <a:r>
            <a:rPr lang="en-US">
              <a:latin typeface="Calibri"/>
            </a:rPr>
            <a:t>,</a:t>
          </a:r>
          <a:r>
            <a:rPr lang="en-US"/>
            <a:t> Recall: </a:t>
          </a:r>
          <a:r>
            <a:rPr lang="en-US">
              <a:latin typeface="Calibri"/>
            </a:rPr>
            <a:t>100</a:t>
          </a:r>
          <a:r>
            <a:rPr lang="en-US"/>
            <a:t>%.</a:t>
          </a:r>
        </a:p>
      </dgm:t>
    </dgm:pt>
    <dgm:pt modelId="{38394429-7BC6-4230-93E0-35ABE8A29B37}" type="parTrans" cxnId="{EDFE4A0F-9D20-416E-9811-2788A12472C5}">
      <dgm:prSet/>
      <dgm:spPr/>
      <dgm:t>
        <a:bodyPr/>
        <a:lstStyle/>
        <a:p>
          <a:endParaRPr lang="en-US"/>
        </a:p>
      </dgm:t>
    </dgm:pt>
    <dgm:pt modelId="{DAA6D402-C625-4668-9ADC-787C1B243D45}" type="sibTrans" cxnId="{EDFE4A0F-9D20-416E-9811-2788A12472C5}">
      <dgm:prSet/>
      <dgm:spPr/>
      <dgm:t>
        <a:bodyPr/>
        <a:lstStyle/>
        <a:p>
          <a:endParaRPr lang="en-US"/>
        </a:p>
      </dgm:t>
    </dgm:pt>
    <dgm:pt modelId="{894D05B9-E6D5-4CC0-A05A-41CFDE1EF2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Visually interpretable decision-making logic.</a:t>
          </a:r>
        </a:p>
      </dgm:t>
    </dgm:pt>
    <dgm:pt modelId="{F4E42D2C-C4D5-4392-A729-8C991DF0DFC6}" type="parTrans" cxnId="{239174B3-7D7B-431E-9700-E52D9AA1CC38}">
      <dgm:prSet/>
      <dgm:spPr/>
      <dgm:t>
        <a:bodyPr/>
        <a:lstStyle/>
        <a:p>
          <a:endParaRPr lang="en-US"/>
        </a:p>
      </dgm:t>
    </dgm:pt>
    <dgm:pt modelId="{C947E437-B54C-47A2-8121-FC84EDD44DD8}" type="sibTrans" cxnId="{239174B3-7D7B-431E-9700-E52D9AA1CC38}">
      <dgm:prSet/>
      <dgm:spPr/>
      <dgm:t>
        <a:bodyPr/>
        <a:lstStyle/>
        <a:p>
          <a:endParaRPr lang="en-US"/>
        </a:p>
      </dgm:t>
    </dgm:pt>
    <dgm:pt modelId="{519D3796-2AE6-4411-B1DD-3EFA7035D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for understanding rules affecting performance.</a:t>
          </a:r>
        </a:p>
      </dgm:t>
    </dgm:pt>
    <dgm:pt modelId="{58FD2741-3537-4102-ABD5-9051B0B5EA1E}" type="parTrans" cxnId="{19E70510-F0B3-4C7D-AF77-7B736F21EC67}">
      <dgm:prSet/>
      <dgm:spPr/>
      <dgm:t>
        <a:bodyPr/>
        <a:lstStyle/>
        <a:p>
          <a:endParaRPr lang="en-US"/>
        </a:p>
      </dgm:t>
    </dgm:pt>
    <dgm:pt modelId="{FDCF3EE6-E275-447F-A367-10CC2CDDDF27}" type="sibTrans" cxnId="{19E70510-F0B3-4C7D-AF77-7B736F21EC67}">
      <dgm:prSet/>
      <dgm:spPr/>
      <dgm:t>
        <a:bodyPr/>
        <a:lstStyle/>
        <a:p>
          <a:endParaRPr lang="en-US"/>
        </a:p>
      </dgm:t>
    </dgm:pt>
    <dgm:pt modelId="{4FD04B90-85A9-4230-9FE0-0812EFA4C275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"/>
            </a:rPr>
            <a:t>Result: Pass: 206 and Fail: 94.</a:t>
          </a:r>
        </a:p>
      </dgm:t>
    </dgm:pt>
    <dgm:pt modelId="{8628DF18-FA9B-421C-BED4-FB9D65FF398F}" type="parTrans" cxnId="{433A5909-DCA6-4708-860D-F8F34E4A31FD}">
      <dgm:prSet/>
      <dgm:spPr/>
      <dgm:t>
        <a:bodyPr/>
        <a:lstStyle/>
        <a:p>
          <a:endParaRPr lang="en-GB"/>
        </a:p>
      </dgm:t>
    </dgm:pt>
    <dgm:pt modelId="{F298BB63-7DCF-454D-8E4B-C7C3ECF220D9}" type="sibTrans" cxnId="{433A5909-DCA6-4708-860D-F8F34E4A31FD}">
      <dgm:prSet/>
      <dgm:spPr/>
      <dgm:t>
        <a:bodyPr/>
        <a:lstStyle/>
        <a:p>
          <a:endParaRPr lang="en-GB"/>
        </a:p>
      </dgm:t>
    </dgm:pt>
    <dgm:pt modelId="{7894C7AF-67A3-4056-8349-782130F33730}" type="pres">
      <dgm:prSet presAssocID="{5ED3FF16-19EA-4D2B-AC9E-4438D76D0FA1}" presName="root" presStyleCnt="0">
        <dgm:presLayoutVars>
          <dgm:dir/>
          <dgm:resizeHandles val="exact"/>
        </dgm:presLayoutVars>
      </dgm:prSet>
      <dgm:spPr/>
    </dgm:pt>
    <dgm:pt modelId="{299B1BF5-00F9-422F-B3A9-3E7096AA6D7D}" type="pres">
      <dgm:prSet presAssocID="{5E04F8CA-F5F3-4D2D-9007-F874043C737B}" presName="compNode" presStyleCnt="0"/>
      <dgm:spPr/>
    </dgm:pt>
    <dgm:pt modelId="{28574D51-F362-4381-9E5B-30DC54682CF2}" type="pres">
      <dgm:prSet presAssocID="{5E04F8CA-F5F3-4D2D-9007-F874043C73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A91890B-98AD-4E38-927A-88088D780D41}" type="pres">
      <dgm:prSet presAssocID="{5E04F8CA-F5F3-4D2D-9007-F874043C737B}" presName="spaceRect" presStyleCnt="0"/>
      <dgm:spPr/>
    </dgm:pt>
    <dgm:pt modelId="{FD789240-F4DA-4E1D-8C28-0D2754A3B7A1}" type="pres">
      <dgm:prSet presAssocID="{5E04F8CA-F5F3-4D2D-9007-F874043C737B}" presName="textRect" presStyleLbl="revTx" presStyleIdx="0" presStyleCnt="4">
        <dgm:presLayoutVars>
          <dgm:chMax val="1"/>
          <dgm:chPref val="1"/>
        </dgm:presLayoutVars>
      </dgm:prSet>
      <dgm:spPr/>
    </dgm:pt>
    <dgm:pt modelId="{5CC3DC09-DF72-4479-B9C4-1F94A71B7BEE}" type="pres">
      <dgm:prSet presAssocID="{DAA6D402-C625-4668-9ADC-787C1B243D45}" presName="sibTrans" presStyleCnt="0"/>
      <dgm:spPr/>
    </dgm:pt>
    <dgm:pt modelId="{1EE8028D-F484-4126-9AA2-0494E1D699EE}" type="pres">
      <dgm:prSet presAssocID="{4FD04B90-85A9-4230-9FE0-0812EFA4C275}" presName="compNode" presStyleCnt="0"/>
      <dgm:spPr/>
    </dgm:pt>
    <dgm:pt modelId="{F7A10E46-B697-49E7-8467-EB42F3447FFB}" type="pres">
      <dgm:prSet presAssocID="{4FD04B90-85A9-4230-9FE0-0812EFA4C275}" presName="iconRect" presStyleLbl="node1" presStyleIdx="1" presStyleCnt="4"/>
      <dgm:spPr/>
    </dgm:pt>
    <dgm:pt modelId="{6D21EF83-C2CB-4E08-88F5-377097A76D88}" type="pres">
      <dgm:prSet presAssocID="{4FD04B90-85A9-4230-9FE0-0812EFA4C275}" presName="spaceRect" presStyleCnt="0"/>
      <dgm:spPr/>
    </dgm:pt>
    <dgm:pt modelId="{F57D49F2-9DD5-42C0-8EEE-2958EE526F8D}" type="pres">
      <dgm:prSet presAssocID="{4FD04B90-85A9-4230-9FE0-0812EFA4C275}" presName="textRect" presStyleLbl="revTx" presStyleIdx="1" presStyleCnt="4">
        <dgm:presLayoutVars>
          <dgm:chMax val="1"/>
          <dgm:chPref val="1"/>
        </dgm:presLayoutVars>
      </dgm:prSet>
      <dgm:spPr/>
    </dgm:pt>
    <dgm:pt modelId="{FA7D3FFD-AD3D-40D1-9B26-E8806BC19593}" type="pres">
      <dgm:prSet presAssocID="{F298BB63-7DCF-454D-8E4B-C7C3ECF220D9}" presName="sibTrans" presStyleCnt="0"/>
      <dgm:spPr/>
    </dgm:pt>
    <dgm:pt modelId="{B2E32A39-0182-43DB-9144-79921CB3AF2F}" type="pres">
      <dgm:prSet presAssocID="{894D05B9-E6D5-4CC0-A05A-41CFDE1EF2C8}" presName="compNode" presStyleCnt="0"/>
      <dgm:spPr/>
    </dgm:pt>
    <dgm:pt modelId="{4B14FFB0-DF2E-433A-B10F-A2B8652DDB20}" type="pres">
      <dgm:prSet presAssocID="{894D05B9-E6D5-4CC0-A05A-41CFDE1EF2C8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2473B79C-7012-486A-87CF-DFE26D0072E2}" type="pres">
      <dgm:prSet presAssocID="{894D05B9-E6D5-4CC0-A05A-41CFDE1EF2C8}" presName="spaceRect" presStyleCnt="0"/>
      <dgm:spPr/>
    </dgm:pt>
    <dgm:pt modelId="{CC705333-ACA7-4754-8DA7-35D7F34E1A09}" type="pres">
      <dgm:prSet presAssocID="{894D05B9-E6D5-4CC0-A05A-41CFDE1EF2C8}" presName="textRect" presStyleLbl="revTx" presStyleIdx="2" presStyleCnt="4">
        <dgm:presLayoutVars>
          <dgm:chMax val="1"/>
          <dgm:chPref val="1"/>
        </dgm:presLayoutVars>
      </dgm:prSet>
      <dgm:spPr/>
    </dgm:pt>
    <dgm:pt modelId="{3D977172-9748-4EBC-8CC4-82DA087A4399}" type="pres">
      <dgm:prSet presAssocID="{C947E437-B54C-47A2-8121-FC84EDD44DD8}" presName="sibTrans" presStyleCnt="0"/>
      <dgm:spPr/>
    </dgm:pt>
    <dgm:pt modelId="{23621F10-CD5D-4836-934B-9DBE6A88C499}" type="pres">
      <dgm:prSet presAssocID="{519D3796-2AE6-4411-B1DD-3EFA7035D64F}" presName="compNode" presStyleCnt="0"/>
      <dgm:spPr/>
    </dgm:pt>
    <dgm:pt modelId="{2E44346E-3123-487E-836C-93048AD1D5CC}" type="pres">
      <dgm:prSet presAssocID="{519D3796-2AE6-4411-B1DD-3EFA7035D64F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A278386-1D60-4A7B-93C9-1D7742106190}" type="pres">
      <dgm:prSet presAssocID="{519D3796-2AE6-4411-B1DD-3EFA7035D64F}" presName="spaceRect" presStyleCnt="0"/>
      <dgm:spPr/>
    </dgm:pt>
    <dgm:pt modelId="{5644D1EB-415B-4905-A4CF-A67523270C71}" type="pres">
      <dgm:prSet presAssocID="{519D3796-2AE6-4411-B1DD-3EFA7035D6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33A5909-DCA6-4708-860D-F8F34E4A31FD}" srcId="{5ED3FF16-19EA-4D2B-AC9E-4438D76D0FA1}" destId="{4FD04B90-85A9-4230-9FE0-0812EFA4C275}" srcOrd="1" destOrd="0" parTransId="{8628DF18-FA9B-421C-BED4-FB9D65FF398F}" sibTransId="{F298BB63-7DCF-454D-8E4B-C7C3ECF220D9}"/>
    <dgm:cxn modelId="{EDFE4A0F-9D20-416E-9811-2788A12472C5}" srcId="{5ED3FF16-19EA-4D2B-AC9E-4438D76D0FA1}" destId="{5E04F8CA-F5F3-4D2D-9007-F874043C737B}" srcOrd="0" destOrd="0" parTransId="{38394429-7BC6-4230-93E0-35ABE8A29B37}" sibTransId="{DAA6D402-C625-4668-9ADC-787C1B243D45}"/>
    <dgm:cxn modelId="{19E70510-F0B3-4C7D-AF77-7B736F21EC67}" srcId="{5ED3FF16-19EA-4D2B-AC9E-4438D76D0FA1}" destId="{519D3796-2AE6-4411-B1DD-3EFA7035D64F}" srcOrd="3" destOrd="0" parTransId="{58FD2741-3537-4102-ABD5-9051B0B5EA1E}" sibTransId="{FDCF3EE6-E275-447F-A367-10CC2CDDDF27}"/>
    <dgm:cxn modelId="{25D65D1C-F0E9-40FA-80C9-4EE459CF7505}" type="presOf" srcId="{519D3796-2AE6-4411-B1DD-3EFA7035D64F}" destId="{5644D1EB-415B-4905-A4CF-A67523270C71}" srcOrd="0" destOrd="0" presId="urn:microsoft.com/office/officeart/2018/2/layout/IconLabelList"/>
    <dgm:cxn modelId="{D9303738-8B21-4DF9-948E-C64D5CBBBCA9}" type="presOf" srcId="{5ED3FF16-19EA-4D2B-AC9E-4438D76D0FA1}" destId="{7894C7AF-67A3-4056-8349-782130F33730}" srcOrd="0" destOrd="0" presId="urn:microsoft.com/office/officeart/2018/2/layout/IconLabelList"/>
    <dgm:cxn modelId="{0738E252-3CF7-45FC-9725-40378CEAB9D3}" type="presOf" srcId="{4FD04B90-85A9-4230-9FE0-0812EFA4C275}" destId="{F57D49F2-9DD5-42C0-8EEE-2958EE526F8D}" srcOrd="0" destOrd="0" presId="urn:microsoft.com/office/officeart/2018/2/layout/IconLabelList"/>
    <dgm:cxn modelId="{DE2172AA-18F6-42EE-84DD-D7D6C5756562}" type="presOf" srcId="{5E04F8CA-F5F3-4D2D-9007-F874043C737B}" destId="{FD789240-F4DA-4E1D-8C28-0D2754A3B7A1}" srcOrd="0" destOrd="0" presId="urn:microsoft.com/office/officeart/2018/2/layout/IconLabelList"/>
    <dgm:cxn modelId="{239174B3-7D7B-431E-9700-E52D9AA1CC38}" srcId="{5ED3FF16-19EA-4D2B-AC9E-4438D76D0FA1}" destId="{894D05B9-E6D5-4CC0-A05A-41CFDE1EF2C8}" srcOrd="2" destOrd="0" parTransId="{F4E42D2C-C4D5-4392-A729-8C991DF0DFC6}" sibTransId="{C947E437-B54C-47A2-8121-FC84EDD44DD8}"/>
    <dgm:cxn modelId="{8186EBBD-8776-481F-BE00-69B9D0EC8CAD}" type="presOf" srcId="{894D05B9-E6D5-4CC0-A05A-41CFDE1EF2C8}" destId="{CC705333-ACA7-4754-8DA7-35D7F34E1A09}" srcOrd="0" destOrd="0" presId="urn:microsoft.com/office/officeart/2018/2/layout/IconLabelList"/>
    <dgm:cxn modelId="{04B79372-831D-43A6-ADB2-BC4734EEC48A}" type="presParOf" srcId="{7894C7AF-67A3-4056-8349-782130F33730}" destId="{299B1BF5-00F9-422F-B3A9-3E7096AA6D7D}" srcOrd="0" destOrd="0" presId="urn:microsoft.com/office/officeart/2018/2/layout/IconLabelList"/>
    <dgm:cxn modelId="{6CC29F28-1E70-413E-855D-60B9632EE21E}" type="presParOf" srcId="{299B1BF5-00F9-422F-B3A9-3E7096AA6D7D}" destId="{28574D51-F362-4381-9E5B-30DC54682CF2}" srcOrd="0" destOrd="0" presId="urn:microsoft.com/office/officeart/2018/2/layout/IconLabelList"/>
    <dgm:cxn modelId="{61BB0B04-8AE0-40BF-B7BC-0E1F314DB73B}" type="presParOf" srcId="{299B1BF5-00F9-422F-B3A9-3E7096AA6D7D}" destId="{AA91890B-98AD-4E38-927A-88088D780D41}" srcOrd="1" destOrd="0" presId="urn:microsoft.com/office/officeart/2018/2/layout/IconLabelList"/>
    <dgm:cxn modelId="{7F3F4062-1884-4676-972C-EED22C4E2CB4}" type="presParOf" srcId="{299B1BF5-00F9-422F-B3A9-3E7096AA6D7D}" destId="{FD789240-F4DA-4E1D-8C28-0D2754A3B7A1}" srcOrd="2" destOrd="0" presId="urn:microsoft.com/office/officeart/2018/2/layout/IconLabelList"/>
    <dgm:cxn modelId="{C9904F61-72F1-46D7-B4F4-6120238CC71B}" type="presParOf" srcId="{7894C7AF-67A3-4056-8349-782130F33730}" destId="{5CC3DC09-DF72-4479-B9C4-1F94A71B7BEE}" srcOrd="1" destOrd="0" presId="urn:microsoft.com/office/officeart/2018/2/layout/IconLabelList"/>
    <dgm:cxn modelId="{4C26C5D6-F4B7-4711-BC85-80EA869C9860}" type="presParOf" srcId="{7894C7AF-67A3-4056-8349-782130F33730}" destId="{1EE8028D-F484-4126-9AA2-0494E1D699EE}" srcOrd="2" destOrd="0" presId="urn:microsoft.com/office/officeart/2018/2/layout/IconLabelList"/>
    <dgm:cxn modelId="{4AD69B42-0DC4-42F7-8256-21DE7796AA80}" type="presParOf" srcId="{1EE8028D-F484-4126-9AA2-0494E1D699EE}" destId="{F7A10E46-B697-49E7-8467-EB42F3447FFB}" srcOrd="0" destOrd="0" presId="urn:microsoft.com/office/officeart/2018/2/layout/IconLabelList"/>
    <dgm:cxn modelId="{C630328F-17A9-4C85-9D92-F8C79A821A79}" type="presParOf" srcId="{1EE8028D-F484-4126-9AA2-0494E1D699EE}" destId="{6D21EF83-C2CB-4E08-88F5-377097A76D88}" srcOrd="1" destOrd="0" presId="urn:microsoft.com/office/officeart/2018/2/layout/IconLabelList"/>
    <dgm:cxn modelId="{7A60CDB0-AF34-45F2-B2AE-E03B3F9DD139}" type="presParOf" srcId="{1EE8028D-F484-4126-9AA2-0494E1D699EE}" destId="{F57D49F2-9DD5-42C0-8EEE-2958EE526F8D}" srcOrd="2" destOrd="0" presId="urn:microsoft.com/office/officeart/2018/2/layout/IconLabelList"/>
    <dgm:cxn modelId="{13D5C633-9DFF-4D6D-9912-6363A4E118E1}" type="presParOf" srcId="{7894C7AF-67A3-4056-8349-782130F33730}" destId="{FA7D3FFD-AD3D-40D1-9B26-E8806BC19593}" srcOrd="3" destOrd="0" presId="urn:microsoft.com/office/officeart/2018/2/layout/IconLabelList"/>
    <dgm:cxn modelId="{205B29B7-2BAF-4FFE-8AB8-8A756873C1BF}" type="presParOf" srcId="{7894C7AF-67A3-4056-8349-782130F33730}" destId="{B2E32A39-0182-43DB-9144-79921CB3AF2F}" srcOrd="4" destOrd="0" presId="urn:microsoft.com/office/officeart/2018/2/layout/IconLabelList"/>
    <dgm:cxn modelId="{6BA88080-E437-48C2-B62D-EF1D6F3094A8}" type="presParOf" srcId="{B2E32A39-0182-43DB-9144-79921CB3AF2F}" destId="{4B14FFB0-DF2E-433A-B10F-A2B8652DDB20}" srcOrd="0" destOrd="0" presId="urn:microsoft.com/office/officeart/2018/2/layout/IconLabelList"/>
    <dgm:cxn modelId="{88172AED-E3FB-48B9-A3D8-5FD111867BB2}" type="presParOf" srcId="{B2E32A39-0182-43DB-9144-79921CB3AF2F}" destId="{2473B79C-7012-486A-87CF-DFE26D0072E2}" srcOrd="1" destOrd="0" presId="urn:microsoft.com/office/officeart/2018/2/layout/IconLabelList"/>
    <dgm:cxn modelId="{FC793C39-FA60-4941-801A-1EF220914EBB}" type="presParOf" srcId="{B2E32A39-0182-43DB-9144-79921CB3AF2F}" destId="{CC705333-ACA7-4754-8DA7-35D7F34E1A09}" srcOrd="2" destOrd="0" presId="urn:microsoft.com/office/officeart/2018/2/layout/IconLabelList"/>
    <dgm:cxn modelId="{A8781CE7-78BC-4FDE-A177-C6960FF7879F}" type="presParOf" srcId="{7894C7AF-67A3-4056-8349-782130F33730}" destId="{3D977172-9748-4EBC-8CC4-82DA087A4399}" srcOrd="5" destOrd="0" presId="urn:microsoft.com/office/officeart/2018/2/layout/IconLabelList"/>
    <dgm:cxn modelId="{DE82BFE1-35CC-48D9-9B7B-AE271A8F06C4}" type="presParOf" srcId="{7894C7AF-67A3-4056-8349-782130F33730}" destId="{23621F10-CD5D-4836-934B-9DBE6A88C499}" srcOrd="6" destOrd="0" presId="urn:microsoft.com/office/officeart/2018/2/layout/IconLabelList"/>
    <dgm:cxn modelId="{AB5884A3-4019-4E47-8CB9-5505D99D0B5B}" type="presParOf" srcId="{23621F10-CD5D-4836-934B-9DBE6A88C499}" destId="{2E44346E-3123-487E-836C-93048AD1D5CC}" srcOrd="0" destOrd="0" presId="urn:microsoft.com/office/officeart/2018/2/layout/IconLabelList"/>
    <dgm:cxn modelId="{E0E994D6-4902-4012-BB25-102E387A1D3C}" type="presParOf" srcId="{23621F10-CD5D-4836-934B-9DBE6A88C499}" destId="{8A278386-1D60-4A7B-93C9-1D7742106190}" srcOrd="1" destOrd="0" presId="urn:microsoft.com/office/officeart/2018/2/layout/IconLabelList"/>
    <dgm:cxn modelId="{28646A7D-CB03-4BF5-9642-41DEC96C63EE}" type="presParOf" srcId="{23621F10-CD5D-4836-934B-9DBE6A88C499}" destId="{5644D1EB-415B-4905-A4CF-A67523270C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ED3FF16-19EA-4D2B-AC9E-4438D76D0FA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CE3AA643-8923-45FB-9FDC-203C3B941C7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k-NN: Classification with k = 3</a:t>
          </a:r>
        </a:p>
      </dgm:t>
    </dgm:pt>
    <dgm:pt modelId="{D738DAFF-3D45-41DF-8157-18B8E02A7422}" type="parTrans" cxnId="{185C9776-B08F-43E6-8ACB-26BE6127AE28}">
      <dgm:prSet/>
      <dgm:spPr/>
    </dgm:pt>
    <dgm:pt modelId="{7C384FF2-D57B-4F06-BA63-5A3F47CD22FE}" type="sibTrans" cxnId="{185C9776-B08F-43E6-8ACB-26BE6127AE28}">
      <dgm:prSet/>
      <dgm:spPr/>
    </dgm:pt>
    <dgm:pt modelId="{AABF5B89-87D4-4B9F-85E6-0A38F336469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Accuracy: 93.67%</a:t>
          </a:r>
        </a:p>
      </dgm:t>
    </dgm:pt>
    <dgm:pt modelId="{D47D7B7A-1A20-45CA-B6CE-0B4AE62FA716}" type="parTrans" cxnId="{5ED604AE-6340-4688-B135-6A8EFEDA60D6}">
      <dgm:prSet/>
      <dgm:spPr/>
    </dgm:pt>
    <dgm:pt modelId="{86417CE9-310A-48B6-B93C-D9A26CCAD8FF}" type="sibTrans" cxnId="{5ED604AE-6340-4688-B135-6A8EFEDA60D6}">
      <dgm:prSet/>
      <dgm:spPr/>
    </dgm:pt>
    <dgm:pt modelId="{D79FCBC9-B3C9-482F-AD6D-9CA5B46D27F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Class Precision (Pass): 95.17%</a:t>
          </a:r>
        </a:p>
      </dgm:t>
    </dgm:pt>
    <dgm:pt modelId="{1F2CF4D4-1EDC-4738-A416-9F80D1CA2620}" type="parTrans" cxnId="{B1D61357-39A2-42B1-8411-858D55C6FE20}">
      <dgm:prSet/>
      <dgm:spPr/>
    </dgm:pt>
    <dgm:pt modelId="{238F5E4C-D8D3-4D8B-B670-250AFF787DFC}" type="sibTrans" cxnId="{B1D61357-39A2-42B1-8411-858D55C6FE20}">
      <dgm:prSet/>
      <dgm:spPr/>
    </dgm:pt>
    <dgm:pt modelId="{2370F95F-5C85-4D4A-B782-FF8A5BD0971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Class Recall (Pass): 95.63%</a:t>
          </a:r>
        </a:p>
      </dgm:t>
    </dgm:pt>
    <dgm:pt modelId="{5A7A2CA3-B1B3-47B3-BE7C-882198424DAB}" type="parTrans" cxnId="{4932BB88-48CF-4D43-B566-A93D51995822}">
      <dgm:prSet/>
      <dgm:spPr/>
    </dgm:pt>
    <dgm:pt modelId="{4E868D9B-F680-4A9A-A3EC-735BA4A25331}" type="sibTrans" cxnId="{4932BB88-48CF-4D43-B566-A93D51995822}">
      <dgm:prSet/>
      <dgm:spPr/>
    </dgm:pt>
    <dgm:pt modelId="{C33E0363-7806-4E75-A885-208035B7002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Class Precision (Fail): 90.32%</a:t>
          </a:r>
        </a:p>
      </dgm:t>
    </dgm:pt>
    <dgm:pt modelId="{DEFEEA70-F8BE-4A25-A9EE-5CFA1080EBF0}" type="parTrans" cxnId="{6E8C05D8-B342-4C47-9EB6-4842F6DC18B5}">
      <dgm:prSet/>
      <dgm:spPr/>
    </dgm:pt>
    <dgm:pt modelId="{FB44E63C-F66B-412D-A4E1-CCE5667D4F15}" type="sibTrans" cxnId="{6E8C05D8-B342-4C47-9EB6-4842F6DC18B5}">
      <dgm:prSet/>
      <dgm:spPr/>
    </dgm:pt>
    <dgm:pt modelId="{EC535424-947E-4B60-A332-54332F58519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444444"/>
              </a:solidFill>
              <a:latin typeface="Calibri"/>
            </a:rPr>
            <a:t>Class Recall (Fail): 89.36%</a:t>
          </a:r>
        </a:p>
      </dgm:t>
    </dgm:pt>
    <dgm:pt modelId="{2DB08BCE-3EB9-4479-8E3B-B9643975AE91}" type="parTrans" cxnId="{596B1254-010E-4ED4-8C3D-6B1841FED0F4}">
      <dgm:prSet/>
      <dgm:spPr/>
    </dgm:pt>
    <dgm:pt modelId="{32C634A2-08EC-4B84-BF0F-0325A1576324}" type="sibTrans" cxnId="{596B1254-010E-4ED4-8C3D-6B1841FED0F4}">
      <dgm:prSet/>
      <dgm:spPr/>
    </dgm:pt>
    <dgm:pt modelId="{7F7C3F81-A768-465A-8087-A61FB3DED111}" type="pres">
      <dgm:prSet presAssocID="{5ED3FF16-19EA-4D2B-AC9E-4438D76D0FA1}" presName="root" presStyleCnt="0">
        <dgm:presLayoutVars>
          <dgm:dir/>
          <dgm:resizeHandles val="exact"/>
        </dgm:presLayoutVars>
      </dgm:prSet>
      <dgm:spPr/>
    </dgm:pt>
    <dgm:pt modelId="{4C190920-6808-432A-A0B6-C6A53D89C961}" type="pres">
      <dgm:prSet presAssocID="{5ED3FF16-19EA-4D2B-AC9E-4438D76D0FA1}" presName="container" presStyleCnt="0">
        <dgm:presLayoutVars>
          <dgm:dir/>
          <dgm:resizeHandles val="exact"/>
        </dgm:presLayoutVars>
      </dgm:prSet>
      <dgm:spPr/>
    </dgm:pt>
    <dgm:pt modelId="{D4A44ADD-B4F8-4BE9-9365-22CBAC0AB1FF}" type="pres">
      <dgm:prSet presAssocID="{CE3AA643-8923-45FB-9FDC-203C3B941C70}" presName="compNode" presStyleCnt="0"/>
      <dgm:spPr/>
    </dgm:pt>
    <dgm:pt modelId="{F38F3A04-9D86-4736-947B-A77244D16462}" type="pres">
      <dgm:prSet presAssocID="{CE3AA643-8923-45FB-9FDC-203C3B941C70}" presName="iconBgRect" presStyleLbl="bgShp" presStyleIdx="0" presStyleCnt="6"/>
      <dgm:spPr/>
    </dgm:pt>
    <dgm:pt modelId="{839BC21D-6621-49B7-8D74-6BE52496CC8D}" type="pres">
      <dgm:prSet presAssocID="{CE3AA643-8923-45FB-9FDC-203C3B941C7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B2EB1C78-B1BF-4D9E-B1E3-76A1FC3EBA85}" type="pres">
      <dgm:prSet presAssocID="{CE3AA643-8923-45FB-9FDC-203C3B941C70}" presName="spaceRect" presStyleCnt="0"/>
      <dgm:spPr/>
    </dgm:pt>
    <dgm:pt modelId="{48B3E160-4197-4A6C-A536-395BF1AB4B79}" type="pres">
      <dgm:prSet presAssocID="{CE3AA643-8923-45FB-9FDC-203C3B941C70}" presName="textRect" presStyleLbl="revTx" presStyleIdx="0" presStyleCnt="6">
        <dgm:presLayoutVars>
          <dgm:chMax val="1"/>
          <dgm:chPref val="1"/>
        </dgm:presLayoutVars>
      </dgm:prSet>
      <dgm:spPr/>
    </dgm:pt>
    <dgm:pt modelId="{0E78CAEE-2F64-4E0C-8DF2-81004733FFCB}" type="pres">
      <dgm:prSet presAssocID="{7C384FF2-D57B-4F06-BA63-5A3F47CD22FE}" presName="sibTrans" presStyleLbl="sibTrans2D1" presStyleIdx="0" presStyleCnt="0"/>
      <dgm:spPr/>
    </dgm:pt>
    <dgm:pt modelId="{5715B4DE-B26F-445D-A8DE-0EC0927A8A0C}" type="pres">
      <dgm:prSet presAssocID="{AABF5B89-87D4-4B9F-85E6-0A38F3364695}" presName="compNode" presStyleCnt="0"/>
      <dgm:spPr/>
    </dgm:pt>
    <dgm:pt modelId="{439A9DA0-AF66-4F6A-948E-934049D2CA47}" type="pres">
      <dgm:prSet presAssocID="{AABF5B89-87D4-4B9F-85E6-0A38F3364695}" presName="iconBgRect" presStyleLbl="bgShp" presStyleIdx="1" presStyleCnt="6"/>
      <dgm:spPr/>
    </dgm:pt>
    <dgm:pt modelId="{7F75ECF3-0511-4F67-92EC-308C7BBA8A54}" type="pres">
      <dgm:prSet presAssocID="{AABF5B89-87D4-4B9F-85E6-0A38F336469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32A6329-2E0A-47FE-BACD-2D62D785449B}" type="pres">
      <dgm:prSet presAssocID="{AABF5B89-87D4-4B9F-85E6-0A38F3364695}" presName="spaceRect" presStyleCnt="0"/>
      <dgm:spPr/>
    </dgm:pt>
    <dgm:pt modelId="{DE438B51-9FFD-48AA-BEE7-A69B4B5F5B4E}" type="pres">
      <dgm:prSet presAssocID="{AABF5B89-87D4-4B9F-85E6-0A38F3364695}" presName="textRect" presStyleLbl="revTx" presStyleIdx="1" presStyleCnt="6">
        <dgm:presLayoutVars>
          <dgm:chMax val="1"/>
          <dgm:chPref val="1"/>
        </dgm:presLayoutVars>
      </dgm:prSet>
      <dgm:spPr/>
    </dgm:pt>
    <dgm:pt modelId="{DC0880E4-8297-4F80-84DF-9AABC2802E2E}" type="pres">
      <dgm:prSet presAssocID="{86417CE9-310A-48B6-B93C-D9A26CCAD8FF}" presName="sibTrans" presStyleLbl="sibTrans2D1" presStyleIdx="0" presStyleCnt="0"/>
      <dgm:spPr/>
    </dgm:pt>
    <dgm:pt modelId="{A0D833B1-1467-4C0D-AAB3-18646529DE42}" type="pres">
      <dgm:prSet presAssocID="{D79FCBC9-B3C9-482F-AD6D-9CA5B46D27F8}" presName="compNode" presStyleCnt="0"/>
      <dgm:spPr/>
    </dgm:pt>
    <dgm:pt modelId="{9BC87C2B-1D40-4F1D-A392-27FA37F5A5BC}" type="pres">
      <dgm:prSet presAssocID="{D79FCBC9-B3C9-482F-AD6D-9CA5B46D27F8}" presName="iconBgRect" presStyleLbl="bgShp" presStyleIdx="2" presStyleCnt="6"/>
      <dgm:spPr/>
    </dgm:pt>
    <dgm:pt modelId="{190429FB-B065-4C52-A794-5448C94F1073}" type="pres">
      <dgm:prSet presAssocID="{D79FCBC9-B3C9-482F-AD6D-9CA5B46D27F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A526AC0-734B-416D-A73E-2E0419AD7A8A}" type="pres">
      <dgm:prSet presAssocID="{D79FCBC9-B3C9-482F-AD6D-9CA5B46D27F8}" presName="spaceRect" presStyleCnt="0"/>
      <dgm:spPr/>
    </dgm:pt>
    <dgm:pt modelId="{9C1CF45A-8523-4024-B263-9B5B96C7B668}" type="pres">
      <dgm:prSet presAssocID="{D79FCBC9-B3C9-482F-AD6D-9CA5B46D27F8}" presName="textRect" presStyleLbl="revTx" presStyleIdx="2" presStyleCnt="6">
        <dgm:presLayoutVars>
          <dgm:chMax val="1"/>
          <dgm:chPref val="1"/>
        </dgm:presLayoutVars>
      </dgm:prSet>
      <dgm:spPr/>
    </dgm:pt>
    <dgm:pt modelId="{CA361EF7-05ED-48FF-930D-FCE025AEA81C}" type="pres">
      <dgm:prSet presAssocID="{238F5E4C-D8D3-4D8B-B670-250AFF787DFC}" presName="sibTrans" presStyleLbl="sibTrans2D1" presStyleIdx="0" presStyleCnt="0"/>
      <dgm:spPr/>
    </dgm:pt>
    <dgm:pt modelId="{3E09AA91-BE2B-4926-AD77-461E15D198D3}" type="pres">
      <dgm:prSet presAssocID="{2370F95F-5C85-4D4A-B782-FF8A5BD09711}" presName="compNode" presStyleCnt="0"/>
      <dgm:spPr/>
    </dgm:pt>
    <dgm:pt modelId="{5F1A5E09-63C1-42F7-9A37-812914C23484}" type="pres">
      <dgm:prSet presAssocID="{2370F95F-5C85-4D4A-B782-FF8A5BD09711}" presName="iconBgRect" presStyleLbl="bgShp" presStyleIdx="3" presStyleCnt="6"/>
      <dgm:spPr/>
    </dgm:pt>
    <dgm:pt modelId="{D15BB26F-B2DF-401A-8DA3-7F87806D3751}" type="pres">
      <dgm:prSet presAssocID="{2370F95F-5C85-4D4A-B782-FF8A5BD0971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F0145B24-F1AD-4D22-B597-5D3C7FA5BBD3}" type="pres">
      <dgm:prSet presAssocID="{2370F95F-5C85-4D4A-B782-FF8A5BD09711}" presName="spaceRect" presStyleCnt="0"/>
      <dgm:spPr/>
    </dgm:pt>
    <dgm:pt modelId="{20D0ECA2-D8ED-4D13-B897-02CB00E22489}" type="pres">
      <dgm:prSet presAssocID="{2370F95F-5C85-4D4A-B782-FF8A5BD09711}" presName="textRect" presStyleLbl="revTx" presStyleIdx="3" presStyleCnt="6">
        <dgm:presLayoutVars>
          <dgm:chMax val="1"/>
          <dgm:chPref val="1"/>
        </dgm:presLayoutVars>
      </dgm:prSet>
      <dgm:spPr/>
    </dgm:pt>
    <dgm:pt modelId="{66EEA0E1-E985-48F1-8D92-D091A6E9A3FE}" type="pres">
      <dgm:prSet presAssocID="{4E868D9B-F680-4A9A-A3EC-735BA4A25331}" presName="sibTrans" presStyleLbl="sibTrans2D1" presStyleIdx="0" presStyleCnt="0"/>
      <dgm:spPr/>
    </dgm:pt>
    <dgm:pt modelId="{4BE9F29F-1844-456C-A1F0-3681F821C6BD}" type="pres">
      <dgm:prSet presAssocID="{C33E0363-7806-4E75-A885-208035B70027}" presName="compNode" presStyleCnt="0"/>
      <dgm:spPr/>
    </dgm:pt>
    <dgm:pt modelId="{5B94072D-252A-4B3F-ACCA-DD08F8B3B02E}" type="pres">
      <dgm:prSet presAssocID="{C33E0363-7806-4E75-A885-208035B70027}" presName="iconBgRect" presStyleLbl="bgShp" presStyleIdx="4" presStyleCnt="6"/>
      <dgm:spPr/>
    </dgm:pt>
    <dgm:pt modelId="{CA7BD89B-AD10-4894-A1BD-F3F08AC990BA}" type="pres">
      <dgm:prSet presAssocID="{C33E0363-7806-4E75-A885-208035B7002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AA0506D-CAC6-485F-9363-A1908854B43F}" type="pres">
      <dgm:prSet presAssocID="{C33E0363-7806-4E75-A885-208035B70027}" presName="spaceRect" presStyleCnt="0"/>
      <dgm:spPr/>
    </dgm:pt>
    <dgm:pt modelId="{89202EB5-36AA-4E84-90EC-64D3DFA178EF}" type="pres">
      <dgm:prSet presAssocID="{C33E0363-7806-4E75-A885-208035B70027}" presName="textRect" presStyleLbl="revTx" presStyleIdx="4" presStyleCnt="6">
        <dgm:presLayoutVars>
          <dgm:chMax val="1"/>
          <dgm:chPref val="1"/>
        </dgm:presLayoutVars>
      </dgm:prSet>
      <dgm:spPr/>
    </dgm:pt>
    <dgm:pt modelId="{E0ADFD30-B41F-4953-BFD2-B3D3A9BD29FE}" type="pres">
      <dgm:prSet presAssocID="{FB44E63C-F66B-412D-A4E1-CCE5667D4F15}" presName="sibTrans" presStyleLbl="sibTrans2D1" presStyleIdx="0" presStyleCnt="0"/>
      <dgm:spPr/>
    </dgm:pt>
    <dgm:pt modelId="{0EFB9391-A128-4386-939C-D67353170690}" type="pres">
      <dgm:prSet presAssocID="{EC535424-947E-4B60-A332-54332F58519D}" presName="compNode" presStyleCnt="0"/>
      <dgm:spPr/>
    </dgm:pt>
    <dgm:pt modelId="{C9BCEE0D-F44F-4577-9253-D6F09F5E0576}" type="pres">
      <dgm:prSet presAssocID="{EC535424-947E-4B60-A332-54332F58519D}" presName="iconBgRect" presStyleLbl="bgShp" presStyleIdx="5" presStyleCnt="6"/>
      <dgm:spPr/>
    </dgm:pt>
    <dgm:pt modelId="{58F62AE2-0346-4E25-AE45-383D7458350E}" type="pres">
      <dgm:prSet presAssocID="{EC535424-947E-4B60-A332-54332F58519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FF2902C9-E02F-4973-86E5-27A62267AD59}" type="pres">
      <dgm:prSet presAssocID="{EC535424-947E-4B60-A332-54332F58519D}" presName="spaceRect" presStyleCnt="0"/>
      <dgm:spPr/>
    </dgm:pt>
    <dgm:pt modelId="{1E829124-76E2-4B1F-AA3E-13FC6CC2542D}" type="pres">
      <dgm:prSet presAssocID="{EC535424-947E-4B60-A332-54332F58519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1AE5501-F0E2-421B-BCFC-4D18126BCD7D}" type="presOf" srcId="{7C384FF2-D57B-4F06-BA63-5A3F47CD22FE}" destId="{0E78CAEE-2F64-4E0C-8DF2-81004733FFCB}" srcOrd="0" destOrd="0" presId="urn:microsoft.com/office/officeart/2018/2/layout/IconCircleList"/>
    <dgm:cxn modelId="{D496CE28-5CCB-486D-81E2-F3F5F3B5F7DE}" type="presOf" srcId="{EC535424-947E-4B60-A332-54332F58519D}" destId="{1E829124-76E2-4B1F-AA3E-13FC6CC2542D}" srcOrd="0" destOrd="0" presId="urn:microsoft.com/office/officeart/2018/2/layout/IconCircleList"/>
    <dgm:cxn modelId="{B7C3DF2B-9159-43F4-A3FE-1868F011C446}" type="presOf" srcId="{C33E0363-7806-4E75-A885-208035B70027}" destId="{89202EB5-36AA-4E84-90EC-64D3DFA178EF}" srcOrd="0" destOrd="0" presId="urn:microsoft.com/office/officeart/2018/2/layout/IconCircleList"/>
    <dgm:cxn modelId="{0D84F36B-F168-45F9-8186-E8B49659E5EB}" type="presOf" srcId="{FB44E63C-F66B-412D-A4E1-CCE5667D4F15}" destId="{E0ADFD30-B41F-4953-BFD2-B3D3A9BD29FE}" srcOrd="0" destOrd="0" presId="urn:microsoft.com/office/officeart/2018/2/layout/IconCircleList"/>
    <dgm:cxn modelId="{596B1254-010E-4ED4-8C3D-6B1841FED0F4}" srcId="{5ED3FF16-19EA-4D2B-AC9E-4438D76D0FA1}" destId="{EC535424-947E-4B60-A332-54332F58519D}" srcOrd="5" destOrd="0" parTransId="{2DB08BCE-3EB9-4479-8E3B-B9643975AE91}" sibTransId="{32C634A2-08EC-4B84-BF0F-0325A1576324}"/>
    <dgm:cxn modelId="{1E45D875-2268-43A0-B823-BE0241A693DD}" type="presOf" srcId="{5ED3FF16-19EA-4D2B-AC9E-4438D76D0FA1}" destId="{7F7C3F81-A768-465A-8087-A61FB3DED111}" srcOrd="0" destOrd="0" presId="urn:microsoft.com/office/officeart/2018/2/layout/IconCircleList"/>
    <dgm:cxn modelId="{185C9776-B08F-43E6-8ACB-26BE6127AE28}" srcId="{5ED3FF16-19EA-4D2B-AC9E-4438D76D0FA1}" destId="{CE3AA643-8923-45FB-9FDC-203C3B941C70}" srcOrd="0" destOrd="0" parTransId="{D738DAFF-3D45-41DF-8157-18B8E02A7422}" sibTransId="{7C384FF2-D57B-4F06-BA63-5A3F47CD22FE}"/>
    <dgm:cxn modelId="{B1D61357-39A2-42B1-8411-858D55C6FE20}" srcId="{5ED3FF16-19EA-4D2B-AC9E-4438D76D0FA1}" destId="{D79FCBC9-B3C9-482F-AD6D-9CA5B46D27F8}" srcOrd="2" destOrd="0" parTransId="{1F2CF4D4-1EDC-4738-A416-9F80D1CA2620}" sibTransId="{238F5E4C-D8D3-4D8B-B670-250AFF787DFC}"/>
    <dgm:cxn modelId="{4932BB88-48CF-4D43-B566-A93D51995822}" srcId="{5ED3FF16-19EA-4D2B-AC9E-4438D76D0FA1}" destId="{2370F95F-5C85-4D4A-B782-FF8A5BD09711}" srcOrd="3" destOrd="0" parTransId="{5A7A2CA3-B1B3-47B3-BE7C-882198424DAB}" sibTransId="{4E868D9B-F680-4A9A-A3EC-735BA4A25331}"/>
    <dgm:cxn modelId="{57ED4F8B-DA0D-4566-B768-2369207A7A96}" type="presOf" srcId="{4E868D9B-F680-4A9A-A3EC-735BA4A25331}" destId="{66EEA0E1-E985-48F1-8D92-D091A6E9A3FE}" srcOrd="0" destOrd="0" presId="urn:microsoft.com/office/officeart/2018/2/layout/IconCircleList"/>
    <dgm:cxn modelId="{7F102399-7A63-4F35-A924-263C11BAD8F5}" type="presOf" srcId="{D79FCBC9-B3C9-482F-AD6D-9CA5B46D27F8}" destId="{9C1CF45A-8523-4024-B263-9B5B96C7B668}" srcOrd="0" destOrd="0" presId="urn:microsoft.com/office/officeart/2018/2/layout/IconCircleList"/>
    <dgm:cxn modelId="{5ED604AE-6340-4688-B135-6A8EFEDA60D6}" srcId="{5ED3FF16-19EA-4D2B-AC9E-4438D76D0FA1}" destId="{AABF5B89-87D4-4B9F-85E6-0A38F3364695}" srcOrd="1" destOrd="0" parTransId="{D47D7B7A-1A20-45CA-B6CE-0B4AE62FA716}" sibTransId="{86417CE9-310A-48B6-B93C-D9A26CCAD8FF}"/>
    <dgm:cxn modelId="{9257FBB2-E31A-459F-83C1-132E6CD1B026}" type="presOf" srcId="{238F5E4C-D8D3-4D8B-B670-250AFF787DFC}" destId="{CA361EF7-05ED-48FF-930D-FCE025AEA81C}" srcOrd="0" destOrd="0" presId="urn:microsoft.com/office/officeart/2018/2/layout/IconCircleList"/>
    <dgm:cxn modelId="{6F0F11B6-402C-432D-BEBF-0AAE293674ED}" type="presOf" srcId="{CE3AA643-8923-45FB-9FDC-203C3B941C70}" destId="{48B3E160-4197-4A6C-A536-395BF1AB4B79}" srcOrd="0" destOrd="0" presId="urn:microsoft.com/office/officeart/2018/2/layout/IconCircleList"/>
    <dgm:cxn modelId="{6D0E02B8-4CF0-4440-AE01-ED33089C5B43}" type="presOf" srcId="{AABF5B89-87D4-4B9F-85E6-0A38F3364695}" destId="{DE438B51-9FFD-48AA-BEE7-A69B4B5F5B4E}" srcOrd="0" destOrd="0" presId="urn:microsoft.com/office/officeart/2018/2/layout/IconCircleList"/>
    <dgm:cxn modelId="{9349C2CE-0EE6-409D-8698-9EA0A321B1D3}" type="presOf" srcId="{2370F95F-5C85-4D4A-B782-FF8A5BD09711}" destId="{20D0ECA2-D8ED-4D13-B897-02CB00E22489}" srcOrd="0" destOrd="0" presId="urn:microsoft.com/office/officeart/2018/2/layout/IconCircleList"/>
    <dgm:cxn modelId="{6E8C05D8-B342-4C47-9EB6-4842F6DC18B5}" srcId="{5ED3FF16-19EA-4D2B-AC9E-4438D76D0FA1}" destId="{C33E0363-7806-4E75-A885-208035B70027}" srcOrd="4" destOrd="0" parTransId="{DEFEEA70-F8BE-4A25-A9EE-5CFA1080EBF0}" sibTransId="{FB44E63C-F66B-412D-A4E1-CCE5667D4F15}"/>
    <dgm:cxn modelId="{5A8BADE9-B19E-4619-AB40-EE860670AE0C}" type="presOf" srcId="{86417CE9-310A-48B6-B93C-D9A26CCAD8FF}" destId="{DC0880E4-8297-4F80-84DF-9AABC2802E2E}" srcOrd="0" destOrd="0" presId="urn:microsoft.com/office/officeart/2018/2/layout/IconCircleList"/>
    <dgm:cxn modelId="{064BD21D-3132-4DB9-A484-DA6FF3907E9B}" type="presParOf" srcId="{7F7C3F81-A768-465A-8087-A61FB3DED111}" destId="{4C190920-6808-432A-A0B6-C6A53D89C961}" srcOrd="0" destOrd="0" presId="urn:microsoft.com/office/officeart/2018/2/layout/IconCircleList"/>
    <dgm:cxn modelId="{0F9A9C9E-11C6-4A63-8A26-8BFBE1897ADF}" type="presParOf" srcId="{4C190920-6808-432A-A0B6-C6A53D89C961}" destId="{D4A44ADD-B4F8-4BE9-9365-22CBAC0AB1FF}" srcOrd="0" destOrd="0" presId="urn:microsoft.com/office/officeart/2018/2/layout/IconCircleList"/>
    <dgm:cxn modelId="{1D303B79-BF45-40C6-B498-1317F98AC0D6}" type="presParOf" srcId="{D4A44ADD-B4F8-4BE9-9365-22CBAC0AB1FF}" destId="{F38F3A04-9D86-4736-947B-A77244D16462}" srcOrd="0" destOrd="0" presId="urn:microsoft.com/office/officeart/2018/2/layout/IconCircleList"/>
    <dgm:cxn modelId="{DF330E45-08DC-4C16-8B2B-5B472840CA51}" type="presParOf" srcId="{D4A44ADD-B4F8-4BE9-9365-22CBAC0AB1FF}" destId="{839BC21D-6621-49B7-8D74-6BE52496CC8D}" srcOrd="1" destOrd="0" presId="urn:microsoft.com/office/officeart/2018/2/layout/IconCircleList"/>
    <dgm:cxn modelId="{E37283FE-E249-495C-95B0-EC7EAF69059E}" type="presParOf" srcId="{D4A44ADD-B4F8-4BE9-9365-22CBAC0AB1FF}" destId="{B2EB1C78-B1BF-4D9E-B1E3-76A1FC3EBA85}" srcOrd="2" destOrd="0" presId="urn:microsoft.com/office/officeart/2018/2/layout/IconCircleList"/>
    <dgm:cxn modelId="{FA8D3EBF-06D8-4FE4-A175-3C8F919B5A1F}" type="presParOf" srcId="{D4A44ADD-B4F8-4BE9-9365-22CBAC0AB1FF}" destId="{48B3E160-4197-4A6C-A536-395BF1AB4B79}" srcOrd="3" destOrd="0" presId="urn:microsoft.com/office/officeart/2018/2/layout/IconCircleList"/>
    <dgm:cxn modelId="{71FE6DA9-EF46-496A-89A4-29B9E082FE9B}" type="presParOf" srcId="{4C190920-6808-432A-A0B6-C6A53D89C961}" destId="{0E78CAEE-2F64-4E0C-8DF2-81004733FFCB}" srcOrd="1" destOrd="0" presId="urn:microsoft.com/office/officeart/2018/2/layout/IconCircleList"/>
    <dgm:cxn modelId="{6FBF10D1-36B2-41B7-990C-11BF8BCD9B78}" type="presParOf" srcId="{4C190920-6808-432A-A0B6-C6A53D89C961}" destId="{5715B4DE-B26F-445D-A8DE-0EC0927A8A0C}" srcOrd="2" destOrd="0" presId="urn:microsoft.com/office/officeart/2018/2/layout/IconCircleList"/>
    <dgm:cxn modelId="{F03B7735-B10D-453D-9F6D-562623A0AE20}" type="presParOf" srcId="{5715B4DE-B26F-445D-A8DE-0EC0927A8A0C}" destId="{439A9DA0-AF66-4F6A-948E-934049D2CA47}" srcOrd="0" destOrd="0" presId="urn:microsoft.com/office/officeart/2018/2/layout/IconCircleList"/>
    <dgm:cxn modelId="{7AF09C3A-059B-4998-8F57-EAFF5BF7BD70}" type="presParOf" srcId="{5715B4DE-B26F-445D-A8DE-0EC0927A8A0C}" destId="{7F75ECF3-0511-4F67-92EC-308C7BBA8A54}" srcOrd="1" destOrd="0" presId="urn:microsoft.com/office/officeart/2018/2/layout/IconCircleList"/>
    <dgm:cxn modelId="{2290C2D4-D6D9-4DA3-8F81-34A7DE0AC0A7}" type="presParOf" srcId="{5715B4DE-B26F-445D-A8DE-0EC0927A8A0C}" destId="{632A6329-2E0A-47FE-BACD-2D62D785449B}" srcOrd="2" destOrd="0" presId="urn:microsoft.com/office/officeart/2018/2/layout/IconCircleList"/>
    <dgm:cxn modelId="{07F9DCDF-9F62-4805-ABAC-5FAA8CB2E736}" type="presParOf" srcId="{5715B4DE-B26F-445D-A8DE-0EC0927A8A0C}" destId="{DE438B51-9FFD-48AA-BEE7-A69B4B5F5B4E}" srcOrd="3" destOrd="0" presId="urn:microsoft.com/office/officeart/2018/2/layout/IconCircleList"/>
    <dgm:cxn modelId="{C2B957B7-FFA5-4C07-9EAD-5330D140D218}" type="presParOf" srcId="{4C190920-6808-432A-A0B6-C6A53D89C961}" destId="{DC0880E4-8297-4F80-84DF-9AABC2802E2E}" srcOrd="3" destOrd="0" presId="urn:microsoft.com/office/officeart/2018/2/layout/IconCircleList"/>
    <dgm:cxn modelId="{2E465CDC-138E-4BF4-BAFB-CE5DCB0B0645}" type="presParOf" srcId="{4C190920-6808-432A-A0B6-C6A53D89C961}" destId="{A0D833B1-1467-4C0D-AAB3-18646529DE42}" srcOrd="4" destOrd="0" presId="urn:microsoft.com/office/officeart/2018/2/layout/IconCircleList"/>
    <dgm:cxn modelId="{9C22AACC-6EED-46A0-8B48-FE3A198B0A19}" type="presParOf" srcId="{A0D833B1-1467-4C0D-AAB3-18646529DE42}" destId="{9BC87C2B-1D40-4F1D-A392-27FA37F5A5BC}" srcOrd="0" destOrd="0" presId="urn:microsoft.com/office/officeart/2018/2/layout/IconCircleList"/>
    <dgm:cxn modelId="{61B3420E-6EE2-487A-8A20-625E234D8E68}" type="presParOf" srcId="{A0D833B1-1467-4C0D-AAB3-18646529DE42}" destId="{190429FB-B065-4C52-A794-5448C94F1073}" srcOrd="1" destOrd="0" presId="urn:microsoft.com/office/officeart/2018/2/layout/IconCircleList"/>
    <dgm:cxn modelId="{53614DCE-5076-4FDE-A694-0D01E1DCE0E8}" type="presParOf" srcId="{A0D833B1-1467-4C0D-AAB3-18646529DE42}" destId="{AA526AC0-734B-416D-A73E-2E0419AD7A8A}" srcOrd="2" destOrd="0" presId="urn:microsoft.com/office/officeart/2018/2/layout/IconCircleList"/>
    <dgm:cxn modelId="{EC7436C7-BD6E-4719-8BE7-350CA4A71030}" type="presParOf" srcId="{A0D833B1-1467-4C0D-AAB3-18646529DE42}" destId="{9C1CF45A-8523-4024-B263-9B5B96C7B668}" srcOrd="3" destOrd="0" presId="urn:microsoft.com/office/officeart/2018/2/layout/IconCircleList"/>
    <dgm:cxn modelId="{421B3212-DEB0-414D-BD3B-739F92A1C1EB}" type="presParOf" srcId="{4C190920-6808-432A-A0B6-C6A53D89C961}" destId="{CA361EF7-05ED-48FF-930D-FCE025AEA81C}" srcOrd="5" destOrd="0" presId="urn:microsoft.com/office/officeart/2018/2/layout/IconCircleList"/>
    <dgm:cxn modelId="{A4BCADEE-D79B-4422-8FA5-97DF57296799}" type="presParOf" srcId="{4C190920-6808-432A-A0B6-C6A53D89C961}" destId="{3E09AA91-BE2B-4926-AD77-461E15D198D3}" srcOrd="6" destOrd="0" presId="urn:microsoft.com/office/officeart/2018/2/layout/IconCircleList"/>
    <dgm:cxn modelId="{4EA970A9-1501-4F74-8DD1-A1317AC94D61}" type="presParOf" srcId="{3E09AA91-BE2B-4926-AD77-461E15D198D3}" destId="{5F1A5E09-63C1-42F7-9A37-812914C23484}" srcOrd="0" destOrd="0" presId="urn:microsoft.com/office/officeart/2018/2/layout/IconCircleList"/>
    <dgm:cxn modelId="{937CD8C5-A454-4CC2-A231-1BF267610655}" type="presParOf" srcId="{3E09AA91-BE2B-4926-AD77-461E15D198D3}" destId="{D15BB26F-B2DF-401A-8DA3-7F87806D3751}" srcOrd="1" destOrd="0" presId="urn:microsoft.com/office/officeart/2018/2/layout/IconCircleList"/>
    <dgm:cxn modelId="{37D401A9-C0EB-4859-8335-F3A93688C821}" type="presParOf" srcId="{3E09AA91-BE2B-4926-AD77-461E15D198D3}" destId="{F0145B24-F1AD-4D22-B597-5D3C7FA5BBD3}" srcOrd="2" destOrd="0" presId="urn:microsoft.com/office/officeart/2018/2/layout/IconCircleList"/>
    <dgm:cxn modelId="{F5BC1229-AC56-4CFA-BECA-B27320CFB1A4}" type="presParOf" srcId="{3E09AA91-BE2B-4926-AD77-461E15D198D3}" destId="{20D0ECA2-D8ED-4D13-B897-02CB00E22489}" srcOrd="3" destOrd="0" presId="urn:microsoft.com/office/officeart/2018/2/layout/IconCircleList"/>
    <dgm:cxn modelId="{7B17264D-DF70-4F7A-9A04-C0EEB3B66F1F}" type="presParOf" srcId="{4C190920-6808-432A-A0B6-C6A53D89C961}" destId="{66EEA0E1-E985-48F1-8D92-D091A6E9A3FE}" srcOrd="7" destOrd="0" presId="urn:microsoft.com/office/officeart/2018/2/layout/IconCircleList"/>
    <dgm:cxn modelId="{A27ED3A9-7C0B-4EE0-AE1E-144591CE5D6D}" type="presParOf" srcId="{4C190920-6808-432A-A0B6-C6A53D89C961}" destId="{4BE9F29F-1844-456C-A1F0-3681F821C6BD}" srcOrd="8" destOrd="0" presId="urn:microsoft.com/office/officeart/2018/2/layout/IconCircleList"/>
    <dgm:cxn modelId="{9986EE9E-FBA5-40DE-8FE9-988930E5BBF6}" type="presParOf" srcId="{4BE9F29F-1844-456C-A1F0-3681F821C6BD}" destId="{5B94072D-252A-4B3F-ACCA-DD08F8B3B02E}" srcOrd="0" destOrd="0" presId="urn:microsoft.com/office/officeart/2018/2/layout/IconCircleList"/>
    <dgm:cxn modelId="{9B9E5C47-CAA9-47BD-89F4-9F6A0DA3E174}" type="presParOf" srcId="{4BE9F29F-1844-456C-A1F0-3681F821C6BD}" destId="{CA7BD89B-AD10-4894-A1BD-F3F08AC990BA}" srcOrd="1" destOrd="0" presId="urn:microsoft.com/office/officeart/2018/2/layout/IconCircleList"/>
    <dgm:cxn modelId="{AEB75D3E-F145-42D8-A370-A6FEC334CDF4}" type="presParOf" srcId="{4BE9F29F-1844-456C-A1F0-3681F821C6BD}" destId="{9AA0506D-CAC6-485F-9363-A1908854B43F}" srcOrd="2" destOrd="0" presId="urn:microsoft.com/office/officeart/2018/2/layout/IconCircleList"/>
    <dgm:cxn modelId="{D10F6C6B-8EC3-4858-8806-47584DDEA464}" type="presParOf" srcId="{4BE9F29F-1844-456C-A1F0-3681F821C6BD}" destId="{89202EB5-36AA-4E84-90EC-64D3DFA178EF}" srcOrd="3" destOrd="0" presId="urn:microsoft.com/office/officeart/2018/2/layout/IconCircleList"/>
    <dgm:cxn modelId="{48231EDA-2D10-41D1-AB3B-CE4EE6B52D78}" type="presParOf" srcId="{4C190920-6808-432A-A0B6-C6A53D89C961}" destId="{E0ADFD30-B41F-4953-BFD2-B3D3A9BD29FE}" srcOrd="9" destOrd="0" presId="urn:microsoft.com/office/officeart/2018/2/layout/IconCircleList"/>
    <dgm:cxn modelId="{D53E725E-308B-48F6-9138-0CA65D48C9D4}" type="presParOf" srcId="{4C190920-6808-432A-A0B6-C6A53D89C961}" destId="{0EFB9391-A128-4386-939C-D67353170690}" srcOrd="10" destOrd="0" presId="urn:microsoft.com/office/officeart/2018/2/layout/IconCircleList"/>
    <dgm:cxn modelId="{6C7F355B-879F-4528-81B1-E39B659DE210}" type="presParOf" srcId="{0EFB9391-A128-4386-939C-D67353170690}" destId="{C9BCEE0D-F44F-4577-9253-D6F09F5E0576}" srcOrd="0" destOrd="0" presId="urn:microsoft.com/office/officeart/2018/2/layout/IconCircleList"/>
    <dgm:cxn modelId="{41703DDC-57C5-4089-8D8C-801754CBF206}" type="presParOf" srcId="{0EFB9391-A128-4386-939C-D67353170690}" destId="{58F62AE2-0346-4E25-AE45-383D7458350E}" srcOrd="1" destOrd="0" presId="urn:microsoft.com/office/officeart/2018/2/layout/IconCircleList"/>
    <dgm:cxn modelId="{1C9BB447-A131-4B6C-877E-7848869E02FF}" type="presParOf" srcId="{0EFB9391-A128-4386-939C-D67353170690}" destId="{FF2902C9-E02F-4973-86E5-27A62267AD59}" srcOrd="2" destOrd="0" presId="urn:microsoft.com/office/officeart/2018/2/layout/IconCircleList"/>
    <dgm:cxn modelId="{C236DA1A-B72C-4FEA-AC35-A8B2953BFAF6}" type="presParOf" srcId="{0EFB9391-A128-4386-939C-D67353170690}" destId="{1E829124-76E2-4B1F-AA3E-13FC6CC2542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ED3FF16-19EA-4D2B-AC9E-4438D76D0FA1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C535424-947E-4B60-A332-54332F58519D}">
      <dgm:prSet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B08BCE-3EB9-4479-8E3B-B9643975AE91}" type="parTrans" cxnId="{596B1254-010E-4ED4-8C3D-6B1841FED0F4}">
      <dgm:prSet/>
      <dgm:spPr/>
    </dgm:pt>
    <dgm:pt modelId="{32C634A2-08EC-4B84-BF0F-0325A1576324}" type="sibTrans" cxnId="{596B1254-010E-4ED4-8C3D-6B1841FED0F4}">
      <dgm:prSet/>
      <dgm:spPr/>
    </dgm:pt>
    <dgm:pt modelId="{0864404B-DE57-43A6-A4AE-02E57035E20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Accuracy:</a:t>
          </a:r>
          <a:r>
            <a:rPr lang="en-US"/>
            <a:t> 98.67%</a:t>
          </a:r>
          <a:endParaRPr lang="en-US">
            <a:latin typeface="Calibri"/>
          </a:endParaRPr>
        </a:p>
      </dgm:t>
    </dgm:pt>
    <dgm:pt modelId="{8AEE5502-5355-464D-B16C-5CC358574EF2}" type="parTrans" cxnId="{2F831194-3DAA-4BA8-8201-2435BB3FFEDA}">
      <dgm:prSet/>
      <dgm:spPr/>
    </dgm:pt>
    <dgm:pt modelId="{5035A5C3-9FDC-4942-9E8A-29AE4D555EC3}" type="sibTrans" cxnId="{2F831194-3DAA-4BA8-8201-2435BB3FFEDA}">
      <dgm:prSet/>
      <dgm:spPr/>
    </dgm:pt>
    <dgm:pt modelId="{C910E1A0-2A35-43F3-B16B-A3FDE632988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Precision (Pass):</a:t>
          </a:r>
          <a:r>
            <a:rPr lang="en-US"/>
            <a:t> 98.56%</a:t>
          </a:r>
        </a:p>
      </dgm:t>
    </dgm:pt>
    <dgm:pt modelId="{1D101685-062B-451B-B70C-AB23801E48CB}" type="parTrans" cxnId="{45CA369C-F559-426C-BA9D-F569B7DB28A3}">
      <dgm:prSet/>
      <dgm:spPr/>
    </dgm:pt>
    <dgm:pt modelId="{51984F87-6FBB-4FA4-A7BB-5C63D4C181C5}" type="sibTrans" cxnId="{45CA369C-F559-426C-BA9D-F569B7DB28A3}">
      <dgm:prSet/>
      <dgm:spPr/>
    </dgm:pt>
    <dgm:pt modelId="{5154B7C7-41B8-4B4F-976A-6D7BBFBF81D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Recall (Pass):</a:t>
          </a:r>
          <a:r>
            <a:rPr lang="en-US"/>
            <a:t> 99.51%</a:t>
          </a:r>
        </a:p>
      </dgm:t>
    </dgm:pt>
    <dgm:pt modelId="{FEACE1B3-202F-44D5-BEF1-D313B3DA0A50}" type="parTrans" cxnId="{743F2F55-08E9-40F6-9039-6A0DBB96988C}">
      <dgm:prSet/>
      <dgm:spPr/>
    </dgm:pt>
    <dgm:pt modelId="{3D74C69E-CC2A-440A-A52D-D7DC5BF11105}" type="sibTrans" cxnId="{743F2F55-08E9-40F6-9039-6A0DBB96988C}">
      <dgm:prSet/>
      <dgm:spPr/>
    </dgm:pt>
    <dgm:pt modelId="{4BBB5C59-9FE3-44DF-A5C1-3DA21F4A20A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Precision (Fail):</a:t>
          </a:r>
          <a:r>
            <a:rPr lang="en-US"/>
            <a:t> 98.91%</a:t>
          </a:r>
        </a:p>
      </dgm:t>
    </dgm:pt>
    <dgm:pt modelId="{93747ABC-91BA-4D82-B686-48F69BC0F354}" type="parTrans" cxnId="{6D52917F-93EA-44CB-BDBF-E8AE77D043E9}">
      <dgm:prSet/>
      <dgm:spPr/>
    </dgm:pt>
    <dgm:pt modelId="{F9BB1BFF-7890-4877-B6D7-6FCE6A430261}" type="sibTrans" cxnId="{6D52917F-93EA-44CB-BDBF-E8AE77D043E9}">
      <dgm:prSet/>
      <dgm:spPr/>
    </dgm:pt>
    <dgm:pt modelId="{38C2B6F8-1679-44C8-9160-3CC36AEDBA7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Recall (Fail):</a:t>
          </a:r>
          <a:r>
            <a:rPr lang="en-US"/>
            <a:t> 96.61%</a:t>
          </a:r>
        </a:p>
      </dgm:t>
    </dgm:pt>
    <dgm:pt modelId="{79E1018D-392F-4579-A78C-D890B92563AC}" type="parTrans" cxnId="{B78B5B3E-D8C8-463C-80DE-7D98F8A4B6D0}">
      <dgm:prSet/>
      <dgm:spPr/>
    </dgm:pt>
    <dgm:pt modelId="{4C5444F1-7BE0-46FB-9EC3-12BED594335B}" type="sibTrans" cxnId="{B78B5B3E-D8C8-463C-80DE-7D98F8A4B6D0}">
      <dgm:prSet/>
      <dgm:spPr/>
    </dgm:pt>
    <dgm:pt modelId="{33EE7926-740E-441B-815E-82524D1FF17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ANN model achieved </a:t>
          </a:r>
          <a:r>
            <a:rPr lang="en-US" b="1"/>
            <a:t>highest accuracy</a:t>
          </a:r>
          <a:r>
            <a:rPr lang="en-US"/>
            <a:t> among tested models</a:t>
          </a:r>
          <a:endParaRPr lang="en-US">
            <a:latin typeface="Calibri"/>
          </a:endParaRPr>
        </a:p>
      </dgm:t>
    </dgm:pt>
    <dgm:pt modelId="{76DB3983-2CCC-4CDC-BA58-D0F1CC3EB854}" type="parTrans" cxnId="{28C5B02A-D763-4DA9-A4BD-88712EEC35B7}">
      <dgm:prSet/>
      <dgm:spPr/>
    </dgm:pt>
    <dgm:pt modelId="{CB9F1FD8-C0C6-48CE-8160-C1BF970D7003}" type="sibTrans" cxnId="{28C5B02A-D763-4DA9-A4BD-88712EEC35B7}">
      <dgm:prSet/>
      <dgm:spPr/>
    </dgm:pt>
    <dgm:pt modelId="{4732B989-5DF5-4FB5-ACEF-14366767584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Very low misclassification rate: only 3 Pass and 1 Fail misclassified</a:t>
          </a:r>
        </a:p>
      </dgm:t>
    </dgm:pt>
    <dgm:pt modelId="{EEA7A165-2EDB-4AC8-BF98-80045D7007A7}" type="parTrans" cxnId="{0CC46F4D-0C86-44E5-B9C0-0268BF91F670}">
      <dgm:prSet/>
      <dgm:spPr/>
    </dgm:pt>
    <dgm:pt modelId="{EF6DE5FF-2576-4267-9422-79B5F3FB77A3}" type="sibTrans" cxnId="{0CC46F4D-0C86-44E5-B9C0-0268BF91F670}">
      <dgm:prSet/>
      <dgm:spPr/>
    </dgm:pt>
    <dgm:pt modelId="{BAEB0217-DD83-4031-AA0B-2C32FDF8785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Excellent balance between precision and recall</a:t>
          </a:r>
        </a:p>
      </dgm:t>
    </dgm:pt>
    <dgm:pt modelId="{3306D814-578B-470D-ADCA-4CE41D445C31}" type="parTrans" cxnId="{BF746C01-3941-4118-A3D1-BF127B4A08B8}">
      <dgm:prSet/>
      <dgm:spPr/>
    </dgm:pt>
    <dgm:pt modelId="{063B43C7-752C-42BB-87FF-49060B39B306}" type="sibTrans" cxnId="{BF746C01-3941-4118-A3D1-BF127B4A08B8}">
      <dgm:prSet/>
      <dgm:spPr/>
    </dgm:pt>
    <dgm:pt modelId="{080F2986-4FA9-46EE-978F-6D2D4C423BFC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/>
            <a:t>Neural Network provides </a:t>
          </a:r>
          <a:r>
            <a:rPr lang="en-US" b="1"/>
            <a:t>robust and highly accurate</a:t>
          </a:r>
          <a:r>
            <a:rPr lang="en-US"/>
            <a:t> classification</a:t>
          </a:r>
          <a:endParaRPr lang="en-US">
            <a:latin typeface="Calibri"/>
          </a:endParaRPr>
        </a:p>
      </dgm:t>
    </dgm:pt>
    <dgm:pt modelId="{7EC7027C-353C-40A6-A07F-7C6F6B1E001C}" type="parTrans" cxnId="{3D97B3A7-E929-4A49-BEF5-4D0CCDFD02B0}">
      <dgm:prSet/>
      <dgm:spPr/>
    </dgm:pt>
    <dgm:pt modelId="{590768D9-69EF-4CC6-9F73-D1005FE76807}" type="sibTrans" cxnId="{3D97B3A7-E929-4A49-BEF5-4D0CCDFD02B0}">
      <dgm:prSet/>
      <dgm:spPr/>
    </dgm:pt>
    <dgm:pt modelId="{F3352D8D-6F57-42B4-AC57-D19822D9E34A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/>
            <a:t>Well-suited for complex patterns in student performance data</a:t>
          </a:r>
        </a:p>
      </dgm:t>
    </dgm:pt>
    <dgm:pt modelId="{3B2146DA-9627-4283-82EC-34665630D758}" type="parTrans" cxnId="{2A310CD5-20B6-43E0-9ED2-6AFF7C370949}">
      <dgm:prSet/>
      <dgm:spPr/>
    </dgm:pt>
    <dgm:pt modelId="{9368E73A-ACEF-4A9E-990B-0FE9FF3E9033}" type="sibTrans" cxnId="{2A310CD5-20B6-43E0-9ED2-6AFF7C370949}">
      <dgm:prSet/>
      <dgm:spPr/>
    </dgm:pt>
    <dgm:pt modelId="{D3B42F6D-FCDD-4BB3-BD16-90866655A8FB}" type="pres">
      <dgm:prSet presAssocID="{5ED3FF16-19EA-4D2B-AC9E-4438D76D0FA1}" presName="vert0" presStyleCnt="0">
        <dgm:presLayoutVars>
          <dgm:dir/>
          <dgm:animOne val="branch"/>
          <dgm:animLvl val="lvl"/>
        </dgm:presLayoutVars>
      </dgm:prSet>
      <dgm:spPr/>
    </dgm:pt>
    <dgm:pt modelId="{A4C60DFB-7C13-406B-982A-AFB4DD1C9A67}" type="pres">
      <dgm:prSet presAssocID="{0864404B-DE57-43A6-A4AE-02E57035E206}" presName="thickLine" presStyleLbl="alignNode1" presStyleIdx="0" presStyleCnt="11"/>
      <dgm:spPr/>
    </dgm:pt>
    <dgm:pt modelId="{7AACCD4C-F7CA-4CFF-B6F7-D0ECD0A950A6}" type="pres">
      <dgm:prSet presAssocID="{0864404B-DE57-43A6-A4AE-02E57035E206}" presName="horz1" presStyleCnt="0"/>
      <dgm:spPr/>
    </dgm:pt>
    <dgm:pt modelId="{D98DF814-E6E2-4CC2-9FDB-367AB2B4F2BE}" type="pres">
      <dgm:prSet presAssocID="{0864404B-DE57-43A6-A4AE-02E57035E206}" presName="tx1" presStyleLbl="revTx" presStyleIdx="0" presStyleCnt="11"/>
      <dgm:spPr/>
    </dgm:pt>
    <dgm:pt modelId="{9359BEDD-9212-44C5-BB96-E203B01D7DBC}" type="pres">
      <dgm:prSet presAssocID="{0864404B-DE57-43A6-A4AE-02E57035E206}" presName="vert1" presStyleCnt="0"/>
      <dgm:spPr/>
    </dgm:pt>
    <dgm:pt modelId="{19F691E9-5D8E-4A6B-8539-35239F95D21F}" type="pres">
      <dgm:prSet presAssocID="{C910E1A0-2A35-43F3-B16B-A3FDE6329885}" presName="thickLine" presStyleLbl="alignNode1" presStyleIdx="1" presStyleCnt="11"/>
      <dgm:spPr/>
    </dgm:pt>
    <dgm:pt modelId="{0C227322-54E5-4D32-A126-E1806AFFF940}" type="pres">
      <dgm:prSet presAssocID="{C910E1A0-2A35-43F3-B16B-A3FDE6329885}" presName="horz1" presStyleCnt="0"/>
      <dgm:spPr/>
    </dgm:pt>
    <dgm:pt modelId="{7E813407-DBF5-48C9-A254-A13E92142F96}" type="pres">
      <dgm:prSet presAssocID="{C910E1A0-2A35-43F3-B16B-A3FDE6329885}" presName="tx1" presStyleLbl="revTx" presStyleIdx="1" presStyleCnt="11"/>
      <dgm:spPr/>
    </dgm:pt>
    <dgm:pt modelId="{0303A002-CE59-45AC-9299-11358D224E9E}" type="pres">
      <dgm:prSet presAssocID="{C910E1A0-2A35-43F3-B16B-A3FDE6329885}" presName="vert1" presStyleCnt="0"/>
      <dgm:spPr/>
    </dgm:pt>
    <dgm:pt modelId="{5D7C381B-5CB2-4E7E-A9B5-B8D8B14342E1}" type="pres">
      <dgm:prSet presAssocID="{5154B7C7-41B8-4B4F-976A-6D7BBFBF81D7}" presName="thickLine" presStyleLbl="alignNode1" presStyleIdx="2" presStyleCnt="11"/>
      <dgm:spPr/>
    </dgm:pt>
    <dgm:pt modelId="{170CE71C-FB37-4492-A7A6-36FD8E34F389}" type="pres">
      <dgm:prSet presAssocID="{5154B7C7-41B8-4B4F-976A-6D7BBFBF81D7}" presName="horz1" presStyleCnt="0"/>
      <dgm:spPr/>
    </dgm:pt>
    <dgm:pt modelId="{98CC8E00-369F-4A91-ADE0-4C19719F2E5E}" type="pres">
      <dgm:prSet presAssocID="{5154B7C7-41B8-4B4F-976A-6D7BBFBF81D7}" presName="tx1" presStyleLbl="revTx" presStyleIdx="2" presStyleCnt="11"/>
      <dgm:spPr/>
    </dgm:pt>
    <dgm:pt modelId="{0DD918AA-6995-494E-B7DD-C8521C988427}" type="pres">
      <dgm:prSet presAssocID="{5154B7C7-41B8-4B4F-976A-6D7BBFBF81D7}" presName="vert1" presStyleCnt="0"/>
      <dgm:spPr/>
    </dgm:pt>
    <dgm:pt modelId="{C8C34AA8-81DA-4B84-9502-3508AF815A5B}" type="pres">
      <dgm:prSet presAssocID="{4BBB5C59-9FE3-44DF-A5C1-3DA21F4A20A4}" presName="thickLine" presStyleLbl="alignNode1" presStyleIdx="3" presStyleCnt="11"/>
      <dgm:spPr/>
    </dgm:pt>
    <dgm:pt modelId="{C4AB6FAE-A71B-403D-A765-19CEC3EED2E8}" type="pres">
      <dgm:prSet presAssocID="{4BBB5C59-9FE3-44DF-A5C1-3DA21F4A20A4}" presName="horz1" presStyleCnt="0"/>
      <dgm:spPr/>
    </dgm:pt>
    <dgm:pt modelId="{CBF56B47-77E9-43B1-861A-36AAF9A252D1}" type="pres">
      <dgm:prSet presAssocID="{4BBB5C59-9FE3-44DF-A5C1-3DA21F4A20A4}" presName="tx1" presStyleLbl="revTx" presStyleIdx="3" presStyleCnt="11"/>
      <dgm:spPr/>
    </dgm:pt>
    <dgm:pt modelId="{8676B526-5363-4300-BA17-F1EDB09C094E}" type="pres">
      <dgm:prSet presAssocID="{4BBB5C59-9FE3-44DF-A5C1-3DA21F4A20A4}" presName="vert1" presStyleCnt="0"/>
      <dgm:spPr/>
    </dgm:pt>
    <dgm:pt modelId="{74F47096-63BD-4676-A7D9-CC85A87313D2}" type="pres">
      <dgm:prSet presAssocID="{38C2B6F8-1679-44C8-9160-3CC36AEDBA79}" presName="thickLine" presStyleLbl="alignNode1" presStyleIdx="4" presStyleCnt="11"/>
      <dgm:spPr/>
    </dgm:pt>
    <dgm:pt modelId="{FD661086-C753-4099-8801-37CB72F46924}" type="pres">
      <dgm:prSet presAssocID="{38C2B6F8-1679-44C8-9160-3CC36AEDBA79}" presName="horz1" presStyleCnt="0"/>
      <dgm:spPr/>
    </dgm:pt>
    <dgm:pt modelId="{E9007F81-76D3-4A04-903A-74E7877840AF}" type="pres">
      <dgm:prSet presAssocID="{38C2B6F8-1679-44C8-9160-3CC36AEDBA79}" presName="tx1" presStyleLbl="revTx" presStyleIdx="4" presStyleCnt="11"/>
      <dgm:spPr/>
    </dgm:pt>
    <dgm:pt modelId="{5D236AC4-2159-4882-90F2-DCF554053895}" type="pres">
      <dgm:prSet presAssocID="{38C2B6F8-1679-44C8-9160-3CC36AEDBA79}" presName="vert1" presStyleCnt="0"/>
      <dgm:spPr/>
    </dgm:pt>
    <dgm:pt modelId="{065C9ADA-8B09-4C18-BDB9-4D59BDD372F7}" type="pres">
      <dgm:prSet presAssocID="{33EE7926-740E-441B-815E-82524D1FF174}" presName="thickLine" presStyleLbl="alignNode1" presStyleIdx="5" presStyleCnt="11"/>
      <dgm:spPr/>
    </dgm:pt>
    <dgm:pt modelId="{D25004A5-25F3-4C1E-AD7A-04D673B995BE}" type="pres">
      <dgm:prSet presAssocID="{33EE7926-740E-441B-815E-82524D1FF174}" presName="horz1" presStyleCnt="0"/>
      <dgm:spPr/>
    </dgm:pt>
    <dgm:pt modelId="{1B61C9E6-056A-4E82-87C5-48EA4F46E810}" type="pres">
      <dgm:prSet presAssocID="{33EE7926-740E-441B-815E-82524D1FF174}" presName="tx1" presStyleLbl="revTx" presStyleIdx="5" presStyleCnt="11"/>
      <dgm:spPr/>
    </dgm:pt>
    <dgm:pt modelId="{06E96AD6-850D-4B3E-A9DA-C971405D9B06}" type="pres">
      <dgm:prSet presAssocID="{33EE7926-740E-441B-815E-82524D1FF174}" presName="vert1" presStyleCnt="0"/>
      <dgm:spPr/>
    </dgm:pt>
    <dgm:pt modelId="{A299D20D-EEC6-48E4-BD0F-6106FDCEFEFF}" type="pres">
      <dgm:prSet presAssocID="{4732B989-5DF5-4FB5-ACEF-143667675842}" presName="thickLine" presStyleLbl="alignNode1" presStyleIdx="6" presStyleCnt="11"/>
      <dgm:spPr/>
    </dgm:pt>
    <dgm:pt modelId="{1370642A-EEE3-44D9-8699-4EF4A9559703}" type="pres">
      <dgm:prSet presAssocID="{4732B989-5DF5-4FB5-ACEF-143667675842}" presName="horz1" presStyleCnt="0"/>
      <dgm:spPr/>
    </dgm:pt>
    <dgm:pt modelId="{22F6F7BA-656D-404D-93B2-9F7D343B037C}" type="pres">
      <dgm:prSet presAssocID="{4732B989-5DF5-4FB5-ACEF-143667675842}" presName="tx1" presStyleLbl="revTx" presStyleIdx="6" presStyleCnt="11"/>
      <dgm:spPr/>
    </dgm:pt>
    <dgm:pt modelId="{BAB3B0AB-3B1F-46F2-8261-EF24302F9FEA}" type="pres">
      <dgm:prSet presAssocID="{4732B989-5DF5-4FB5-ACEF-143667675842}" presName="vert1" presStyleCnt="0"/>
      <dgm:spPr/>
    </dgm:pt>
    <dgm:pt modelId="{E1C5FD7E-3A58-44FA-91C7-ADFECDC9074E}" type="pres">
      <dgm:prSet presAssocID="{BAEB0217-DD83-4031-AA0B-2C32FDF8785B}" presName="thickLine" presStyleLbl="alignNode1" presStyleIdx="7" presStyleCnt="11"/>
      <dgm:spPr/>
    </dgm:pt>
    <dgm:pt modelId="{81CB3C19-2DDA-47E7-9623-83E2593B9304}" type="pres">
      <dgm:prSet presAssocID="{BAEB0217-DD83-4031-AA0B-2C32FDF8785B}" presName="horz1" presStyleCnt="0"/>
      <dgm:spPr/>
    </dgm:pt>
    <dgm:pt modelId="{0E3108FD-346D-4DD5-8526-0610141E715D}" type="pres">
      <dgm:prSet presAssocID="{BAEB0217-DD83-4031-AA0B-2C32FDF8785B}" presName="tx1" presStyleLbl="revTx" presStyleIdx="7" presStyleCnt="11"/>
      <dgm:spPr/>
    </dgm:pt>
    <dgm:pt modelId="{CB10C0D9-DCB2-4401-BA7D-DD464624BF7D}" type="pres">
      <dgm:prSet presAssocID="{BAEB0217-DD83-4031-AA0B-2C32FDF8785B}" presName="vert1" presStyleCnt="0"/>
      <dgm:spPr/>
    </dgm:pt>
    <dgm:pt modelId="{402823FB-275F-42F1-91C2-D72DCA241638}" type="pres">
      <dgm:prSet presAssocID="{080F2986-4FA9-46EE-978F-6D2D4C423BFC}" presName="thickLine" presStyleLbl="alignNode1" presStyleIdx="8" presStyleCnt="11"/>
      <dgm:spPr/>
    </dgm:pt>
    <dgm:pt modelId="{9C61EFD5-D0D3-45C2-9DD8-F30DCA6F6ED8}" type="pres">
      <dgm:prSet presAssocID="{080F2986-4FA9-46EE-978F-6D2D4C423BFC}" presName="horz1" presStyleCnt="0"/>
      <dgm:spPr/>
    </dgm:pt>
    <dgm:pt modelId="{8C594411-ADB4-4615-9819-7BEC415EC561}" type="pres">
      <dgm:prSet presAssocID="{080F2986-4FA9-46EE-978F-6D2D4C423BFC}" presName="tx1" presStyleLbl="revTx" presStyleIdx="8" presStyleCnt="11"/>
      <dgm:spPr/>
    </dgm:pt>
    <dgm:pt modelId="{F21B4F5C-E45B-4BED-91C4-8738E513574A}" type="pres">
      <dgm:prSet presAssocID="{080F2986-4FA9-46EE-978F-6D2D4C423BFC}" presName="vert1" presStyleCnt="0"/>
      <dgm:spPr/>
    </dgm:pt>
    <dgm:pt modelId="{7D69101D-8B18-4937-9FFF-5F6D309BCB38}" type="pres">
      <dgm:prSet presAssocID="{F3352D8D-6F57-42B4-AC57-D19822D9E34A}" presName="thickLine" presStyleLbl="alignNode1" presStyleIdx="9" presStyleCnt="11"/>
      <dgm:spPr/>
    </dgm:pt>
    <dgm:pt modelId="{058D7F38-2686-406F-984A-67D42FC24448}" type="pres">
      <dgm:prSet presAssocID="{F3352D8D-6F57-42B4-AC57-D19822D9E34A}" presName="horz1" presStyleCnt="0"/>
      <dgm:spPr/>
    </dgm:pt>
    <dgm:pt modelId="{2E12529D-B862-4CF8-8613-E1558319D357}" type="pres">
      <dgm:prSet presAssocID="{F3352D8D-6F57-42B4-AC57-D19822D9E34A}" presName="tx1" presStyleLbl="revTx" presStyleIdx="9" presStyleCnt="11"/>
      <dgm:spPr/>
    </dgm:pt>
    <dgm:pt modelId="{262B5EF7-4ED8-48E7-9F2E-435DA9B61D83}" type="pres">
      <dgm:prSet presAssocID="{F3352D8D-6F57-42B4-AC57-D19822D9E34A}" presName="vert1" presStyleCnt="0"/>
      <dgm:spPr/>
    </dgm:pt>
    <dgm:pt modelId="{7D3D6A46-ED81-4FDE-9FB7-56519EF2BE69}" type="pres">
      <dgm:prSet presAssocID="{EC535424-947E-4B60-A332-54332F58519D}" presName="thickLine" presStyleLbl="alignNode1" presStyleIdx="10" presStyleCnt="11"/>
      <dgm:spPr/>
    </dgm:pt>
    <dgm:pt modelId="{3D68F3F3-5CBD-48F8-ADA4-7BC006477503}" type="pres">
      <dgm:prSet presAssocID="{EC535424-947E-4B60-A332-54332F58519D}" presName="horz1" presStyleCnt="0"/>
      <dgm:spPr/>
    </dgm:pt>
    <dgm:pt modelId="{871733B8-88F4-4A17-A0EC-D2EF4EA87A99}" type="pres">
      <dgm:prSet presAssocID="{EC535424-947E-4B60-A332-54332F58519D}" presName="tx1" presStyleLbl="revTx" presStyleIdx="10" presStyleCnt="11"/>
      <dgm:spPr/>
    </dgm:pt>
    <dgm:pt modelId="{A083CABC-545F-401E-96E5-BDB357D86899}" type="pres">
      <dgm:prSet presAssocID="{EC535424-947E-4B60-A332-54332F58519D}" presName="vert1" presStyleCnt="0"/>
      <dgm:spPr/>
    </dgm:pt>
  </dgm:ptLst>
  <dgm:cxnLst>
    <dgm:cxn modelId="{69336901-2EF3-4657-8A11-D86311D069CE}" type="presOf" srcId="{4BBB5C59-9FE3-44DF-A5C1-3DA21F4A20A4}" destId="{CBF56B47-77E9-43B1-861A-36AAF9A252D1}" srcOrd="0" destOrd="0" presId="urn:microsoft.com/office/officeart/2008/layout/LinedList"/>
    <dgm:cxn modelId="{BF746C01-3941-4118-A3D1-BF127B4A08B8}" srcId="{5ED3FF16-19EA-4D2B-AC9E-4438D76D0FA1}" destId="{BAEB0217-DD83-4031-AA0B-2C32FDF8785B}" srcOrd="7" destOrd="0" parTransId="{3306D814-578B-470D-ADCA-4CE41D445C31}" sibTransId="{063B43C7-752C-42BB-87FF-49060B39B306}"/>
    <dgm:cxn modelId="{E35AD309-7930-431D-A034-F0808589B3E8}" type="presOf" srcId="{5154B7C7-41B8-4B4F-976A-6D7BBFBF81D7}" destId="{98CC8E00-369F-4A91-ADE0-4C19719F2E5E}" srcOrd="0" destOrd="0" presId="urn:microsoft.com/office/officeart/2008/layout/LinedList"/>
    <dgm:cxn modelId="{28C5B02A-D763-4DA9-A4BD-88712EEC35B7}" srcId="{5ED3FF16-19EA-4D2B-AC9E-4438D76D0FA1}" destId="{33EE7926-740E-441B-815E-82524D1FF174}" srcOrd="5" destOrd="0" parTransId="{76DB3983-2CCC-4CDC-BA58-D0F1CC3EB854}" sibTransId="{CB9F1FD8-C0C6-48CE-8160-C1BF970D7003}"/>
    <dgm:cxn modelId="{2E78CC3D-FAB2-46EC-9494-5D734B473CE5}" type="presOf" srcId="{33EE7926-740E-441B-815E-82524D1FF174}" destId="{1B61C9E6-056A-4E82-87C5-48EA4F46E810}" srcOrd="0" destOrd="0" presId="urn:microsoft.com/office/officeart/2008/layout/LinedList"/>
    <dgm:cxn modelId="{B78B5B3E-D8C8-463C-80DE-7D98F8A4B6D0}" srcId="{5ED3FF16-19EA-4D2B-AC9E-4438D76D0FA1}" destId="{38C2B6F8-1679-44C8-9160-3CC36AEDBA79}" srcOrd="4" destOrd="0" parTransId="{79E1018D-392F-4579-A78C-D890B92563AC}" sibTransId="{4C5444F1-7BE0-46FB-9EC3-12BED594335B}"/>
    <dgm:cxn modelId="{CA4B7E62-C260-477A-988B-8101EF8616EB}" type="presOf" srcId="{F3352D8D-6F57-42B4-AC57-D19822D9E34A}" destId="{2E12529D-B862-4CF8-8613-E1558319D357}" srcOrd="0" destOrd="0" presId="urn:microsoft.com/office/officeart/2008/layout/LinedList"/>
    <dgm:cxn modelId="{0CC46F4D-0C86-44E5-B9C0-0268BF91F670}" srcId="{5ED3FF16-19EA-4D2B-AC9E-4438D76D0FA1}" destId="{4732B989-5DF5-4FB5-ACEF-143667675842}" srcOrd="6" destOrd="0" parTransId="{EEA7A165-2EDB-4AC8-BF98-80045D7007A7}" sibTransId="{EF6DE5FF-2576-4267-9422-79B5F3FB77A3}"/>
    <dgm:cxn modelId="{596B1254-010E-4ED4-8C3D-6B1841FED0F4}" srcId="{5ED3FF16-19EA-4D2B-AC9E-4438D76D0FA1}" destId="{EC535424-947E-4B60-A332-54332F58519D}" srcOrd="10" destOrd="0" parTransId="{2DB08BCE-3EB9-4479-8E3B-B9643975AE91}" sibTransId="{32C634A2-08EC-4B84-BF0F-0325A1576324}"/>
    <dgm:cxn modelId="{743F2F55-08E9-40F6-9039-6A0DBB96988C}" srcId="{5ED3FF16-19EA-4D2B-AC9E-4438D76D0FA1}" destId="{5154B7C7-41B8-4B4F-976A-6D7BBFBF81D7}" srcOrd="2" destOrd="0" parTransId="{FEACE1B3-202F-44D5-BEF1-D313B3DA0A50}" sibTransId="{3D74C69E-CC2A-440A-A52D-D7DC5BF11105}"/>
    <dgm:cxn modelId="{6D52917F-93EA-44CB-BDBF-E8AE77D043E9}" srcId="{5ED3FF16-19EA-4D2B-AC9E-4438D76D0FA1}" destId="{4BBB5C59-9FE3-44DF-A5C1-3DA21F4A20A4}" srcOrd="3" destOrd="0" parTransId="{93747ABC-91BA-4D82-B686-48F69BC0F354}" sibTransId="{F9BB1BFF-7890-4877-B6D7-6FCE6A430261}"/>
    <dgm:cxn modelId="{2F831194-3DAA-4BA8-8201-2435BB3FFEDA}" srcId="{5ED3FF16-19EA-4D2B-AC9E-4438D76D0FA1}" destId="{0864404B-DE57-43A6-A4AE-02E57035E206}" srcOrd="0" destOrd="0" parTransId="{8AEE5502-5355-464D-B16C-5CC358574EF2}" sibTransId="{5035A5C3-9FDC-4942-9E8A-29AE4D555EC3}"/>
    <dgm:cxn modelId="{FB5D3E99-BEA7-43D1-B353-8486F6FA03E5}" type="presOf" srcId="{0864404B-DE57-43A6-A4AE-02E57035E206}" destId="{D98DF814-E6E2-4CC2-9FDB-367AB2B4F2BE}" srcOrd="0" destOrd="0" presId="urn:microsoft.com/office/officeart/2008/layout/LinedList"/>
    <dgm:cxn modelId="{45CA369C-F559-426C-BA9D-F569B7DB28A3}" srcId="{5ED3FF16-19EA-4D2B-AC9E-4438D76D0FA1}" destId="{C910E1A0-2A35-43F3-B16B-A3FDE6329885}" srcOrd="1" destOrd="0" parTransId="{1D101685-062B-451B-B70C-AB23801E48CB}" sibTransId="{51984F87-6FBB-4FA4-A7BB-5C63D4C181C5}"/>
    <dgm:cxn modelId="{AF486C9D-2ECE-42DD-98EB-4529C41D10D9}" type="presOf" srcId="{BAEB0217-DD83-4031-AA0B-2C32FDF8785B}" destId="{0E3108FD-346D-4DD5-8526-0610141E715D}" srcOrd="0" destOrd="0" presId="urn:microsoft.com/office/officeart/2008/layout/LinedList"/>
    <dgm:cxn modelId="{3D97B3A7-E929-4A49-BEF5-4D0CCDFD02B0}" srcId="{5ED3FF16-19EA-4D2B-AC9E-4438D76D0FA1}" destId="{080F2986-4FA9-46EE-978F-6D2D4C423BFC}" srcOrd="8" destOrd="0" parTransId="{7EC7027C-353C-40A6-A07F-7C6F6B1E001C}" sibTransId="{590768D9-69EF-4CC6-9F73-D1005FE76807}"/>
    <dgm:cxn modelId="{9F48BAAE-FDC0-402C-954A-1E5ED7837D01}" type="presOf" srcId="{4732B989-5DF5-4FB5-ACEF-143667675842}" destId="{22F6F7BA-656D-404D-93B2-9F7D343B037C}" srcOrd="0" destOrd="0" presId="urn:microsoft.com/office/officeart/2008/layout/LinedList"/>
    <dgm:cxn modelId="{33FD7BB0-4901-45B7-8A70-902C84192183}" type="presOf" srcId="{38C2B6F8-1679-44C8-9160-3CC36AEDBA79}" destId="{E9007F81-76D3-4A04-903A-74E7877840AF}" srcOrd="0" destOrd="0" presId="urn:microsoft.com/office/officeart/2008/layout/LinedList"/>
    <dgm:cxn modelId="{FCF30CB3-13F2-4420-8D9A-95F6BB7442B0}" type="presOf" srcId="{5ED3FF16-19EA-4D2B-AC9E-4438D76D0FA1}" destId="{D3B42F6D-FCDD-4BB3-BD16-90866655A8FB}" srcOrd="0" destOrd="0" presId="urn:microsoft.com/office/officeart/2008/layout/LinedList"/>
    <dgm:cxn modelId="{FD6065B9-D460-43E9-A850-64D8A42E9230}" type="presOf" srcId="{C910E1A0-2A35-43F3-B16B-A3FDE6329885}" destId="{7E813407-DBF5-48C9-A254-A13E92142F96}" srcOrd="0" destOrd="0" presId="urn:microsoft.com/office/officeart/2008/layout/LinedList"/>
    <dgm:cxn modelId="{2A310CD5-20B6-43E0-9ED2-6AFF7C370949}" srcId="{5ED3FF16-19EA-4D2B-AC9E-4438D76D0FA1}" destId="{F3352D8D-6F57-42B4-AC57-D19822D9E34A}" srcOrd="9" destOrd="0" parTransId="{3B2146DA-9627-4283-82EC-34665630D758}" sibTransId="{9368E73A-ACEF-4A9E-990B-0FE9FF3E9033}"/>
    <dgm:cxn modelId="{5CF1D2D9-34F9-4C2A-BE26-FD6165358D23}" type="presOf" srcId="{EC535424-947E-4B60-A332-54332F58519D}" destId="{871733B8-88F4-4A17-A0EC-D2EF4EA87A99}" srcOrd="0" destOrd="0" presId="urn:microsoft.com/office/officeart/2008/layout/LinedList"/>
    <dgm:cxn modelId="{B87993DD-C4DA-4699-9F59-66581C84D078}" type="presOf" srcId="{080F2986-4FA9-46EE-978F-6D2D4C423BFC}" destId="{8C594411-ADB4-4615-9819-7BEC415EC561}" srcOrd="0" destOrd="0" presId="urn:microsoft.com/office/officeart/2008/layout/LinedList"/>
    <dgm:cxn modelId="{7E88A6B2-81E7-4846-9AB5-0E404CC8877C}" type="presParOf" srcId="{D3B42F6D-FCDD-4BB3-BD16-90866655A8FB}" destId="{A4C60DFB-7C13-406B-982A-AFB4DD1C9A67}" srcOrd="0" destOrd="0" presId="urn:microsoft.com/office/officeart/2008/layout/LinedList"/>
    <dgm:cxn modelId="{42651913-46F0-4CA4-83AE-E1A6E82E48D4}" type="presParOf" srcId="{D3B42F6D-FCDD-4BB3-BD16-90866655A8FB}" destId="{7AACCD4C-F7CA-4CFF-B6F7-D0ECD0A950A6}" srcOrd="1" destOrd="0" presId="urn:microsoft.com/office/officeart/2008/layout/LinedList"/>
    <dgm:cxn modelId="{CA1F6FC4-3BD7-46EB-BB24-0B4928ADE02C}" type="presParOf" srcId="{7AACCD4C-F7CA-4CFF-B6F7-D0ECD0A950A6}" destId="{D98DF814-E6E2-4CC2-9FDB-367AB2B4F2BE}" srcOrd="0" destOrd="0" presId="urn:microsoft.com/office/officeart/2008/layout/LinedList"/>
    <dgm:cxn modelId="{6B78E396-6536-4108-8A9D-F269798E8B52}" type="presParOf" srcId="{7AACCD4C-F7CA-4CFF-B6F7-D0ECD0A950A6}" destId="{9359BEDD-9212-44C5-BB96-E203B01D7DBC}" srcOrd="1" destOrd="0" presId="urn:microsoft.com/office/officeart/2008/layout/LinedList"/>
    <dgm:cxn modelId="{BBD99B35-8AA3-435E-9DE8-206A4B175512}" type="presParOf" srcId="{D3B42F6D-FCDD-4BB3-BD16-90866655A8FB}" destId="{19F691E9-5D8E-4A6B-8539-35239F95D21F}" srcOrd="2" destOrd="0" presId="urn:microsoft.com/office/officeart/2008/layout/LinedList"/>
    <dgm:cxn modelId="{61D882D0-E944-4483-B68F-6124455EC27D}" type="presParOf" srcId="{D3B42F6D-FCDD-4BB3-BD16-90866655A8FB}" destId="{0C227322-54E5-4D32-A126-E1806AFFF940}" srcOrd="3" destOrd="0" presId="urn:microsoft.com/office/officeart/2008/layout/LinedList"/>
    <dgm:cxn modelId="{CC3349FC-23A9-4EA9-A444-F533A01D2266}" type="presParOf" srcId="{0C227322-54E5-4D32-A126-E1806AFFF940}" destId="{7E813407-DBF5-48C9-A254-A13E92142F96}" srcOrd="0" destOrd="0" presId="urn:microsoft.com/office/officeart/2008/layout/LinedList"/>
    <dgm:cxn modelId="{A73C87BA-853F-4BE6-A5C5-DF4F7E1516BD}" type="presParOf" srcId="{0C227322-54E5-4D32-A126-E1806AFFF940}" destId="{0303A002-CE59-45AC-9299-11358D224E9E}" srcOrd="1" destOrd="0" presId="urn:microsoft.com/office/officeart/2008/layout/LinedList"/>
    <dgm:cxn modelId="{E8BB1165-52A4-4F89-89A8-FE8639F53BBE}" type="presParOf" srcId="{D3B42F6D-FCDD-4BB3-BD16-90866655A8FB}" destId="{5D7C381B-5CB2-4E7E-A9B5-B8D8B14342E1}" srcOrd="4" destOrd="0" presId="urn:microsoft.com/office/officeart/2008/layout/LinedList"/>
    <dgm:cxn modelId="{561AF665-DE22-498A-86BE-AE7C20741BB5}" type="presParOf" srcId="{D3B42F6D-FCDD-4BB3-BD16-90866655A8FB}" destId="{170CE71C-FB37-4492-A7A6-36FD8E34F389}" srcOrd="5" destOrd="0" presId="urn:microsoft.com/office/officeart/2008/layout/LinedList"/>
    <dgm:cxn modelId="{ED8A7CD6-0839-4C39-8C18-0E4D3A0C37BC}" type="presParOf" srcId="{170CE71C-FB37-4492-A7A6-36FD8E34F389}" destId="{98CC8E00-369F-4A91-ADE0-4C19719F2E5E}" srcOrd="0" destOrd="0" presId="urn:microsoft.com/office/officeart/2008/layout/LinedList"/>
    <dgm:cxn modelId="{729C7FBF-ACF6-4EDE-A60F-A98548A6FB71}" type="presParOf" srcId="{170CE71C-FB37-4492-A7A6-36FD8E34F389}" destId="{0DD918AA-6995-494E-B7DD-C8521C988427}" srcOrd="1" destOrd="0" presId="urn:microsoft.com/office/officeart/2008/layout/LinedList"/>
    <dgm:cxn modelId="{72B8FD9F-EAA8-4045-97B9-69694036C245}" type="presParOf" srcId="{D3B42F6D-FCDD-4BB3-BD16-90866655A8FB}" destId="{C8C34AA8-81DA-4B84-9502-3508AF815A5B}" srcOrd="6" destOrd="0" presId="urn:microsoft.com/office/officeart/2008/layout/LinedList"/>
    <dgm:cxn modelId="{88F85BA2-2B0B-4931-A43A-3DCE05994BC3}" type="presParOf" srcId="{D3B42F6D-FCDD-4BB3-BD16-90866655A8FB}" destId="{C4AB6FAE-A71B-403D-A765-19CEC3EED2E8}" srcOrd="7" destOrd="0" presId="urn:microsoft.com/office/officeart/2008/layout/LinedList"/>
    <dgm:cxn modelId="{34BD8DF4-BF86-4AB5-8407-470B3E3822F3}" type="presParOf" srcId="{C4AB6FAE-A71B-403D-A765-19CEC3EED2E8}" destId="{CBF56B47-77E9-43B1-861A-36AAF9A252D1}" srcOrd="0" destOrd="0" presId="urn:microsoft.com/office/officeart/2008/layout/LinedList"/>
    <dgm:cxn modelId="{1E5E8877-D71E-4C3F-A39E-3A19A4815140}" type="presParOf" srcId="{C4AB6FAE-A71B-403D-A765-19CEC3EED2E8}" destId="{8676B526-5363-4300-BA17-F1EDB09C094E}" srcOrd="1" destOrd="0" presId="urn:microsoft.com/office/officeart/2008/layout/LinedList"/>
    <dgm:cxn modelId="{4A86E8F6-2312-422A-AB3C-652D961565B6}" type="presParOf" srcId="{D3B42F6D-FCDD-4BB3-BD16-90866655A8FB}" destId="{74F47096-63BD-4676-A7D9-CC85A87313D2}" srcOrd="8" destOrd="0" presId="urn:microsoft.com/office/officeart/2008/layout/LinedList"/>
    <dgm:cxn modelId="{1497AD63-9CD1-4107-B61F-6A215C7CD746}" type="presParOf" srcId="{D3B42F6D-FCDD-4BB3-BD16-90866655A8FB}" destId="{FD661086-C753-4099-8801-37CB72F46924}" srcOrd="9" destOrd="0" presId="urn:microsoft.com/office/officeart/2008/layout/LinedList"/>
    <dgm:cxn modelId="{9A5F9E37-2B51-4893-B9BF-B06195086191}" type="presParOf" srcId="{FD661086-C753-4099-8801-37CB72F46924}" destId="{E9007F81-76D3-4A04-903A-74E7877840AF}" srcOrd="0" destOrd="0" presId="urn:microsoft.com/office/officeart/2008/layout/LinedList"/>
    <dgm:cxn modelId="{A3C4B5F1-53B0-4BA4-94AB-6DE71D463068}" type="presParOf" srcId="{FD661086-C753-4099-8801-37CB72F46924}" destId="{5D236AC4-2159-4882-90F2-DCF554053895}" srcOrd="1" destOrd="0" presId="urn:microsoft.com/office/officeart/2008/layout/LinedList"/>
    <dgm:cxn modelId="{1E746281-AA0E-4053-ABAA-77E3E16A6833}" type="presParOf" srcId="{D3B42F6D-FCDD-4BB3-BD16-90866655A8FB}" destId="{065C9ADA-8B09-4C18-BDB9-4D59BDD372F7}" srcOrd="10" destOrd="0" presId="urn:microsoft.com/office/officeart/2008/layout/LinedList"/>
    <dgm:cxn modelId="{BD78A168-ED67-4D88-BA08-050F7EC8ECE3}" type="presParOf" srcId="{D3B42F6D-FCDD-4BB3-BD16-90866655A8FB}" destId="{D25004A5-25F3-4C1E-AD7A-04D673B995BE}" srcOrd="11" destOrd="0" presId="urn:microsoft.com/office/officeart/2008/layout/LinedList"/>
    <dgm:cxn modelId="{9CBF04DD-5977-4556-BB99-454548DFCEF2}" type="presParOf" srcId="{D25004A5-25F3-4C1E-AD7A-04D673B995BE}" destId="{1B61C9E6-056A-4E82-87C5-48EA4F46E810}" srcOrd="0" destOrd="0" presId="urn:microsoft.com/office/officeart/2008/layout/LinedList"/>
    <dgm:cxn modelId="{3D5BB57E-8A75-401E-9338-6A5F59AEB49A}" type="presParOf" srcId="{D25004A5-25F3-4C1E-AD7A-04D673B995BE}" destId="{06E96AD6-850D-4B3E-A9DA-C971405D9B06}" srcOrd="1" destOrd="0" presId="urn:microsoft.com/office/officeart/2008/layout/LinedList"/>
    <dgm:cxn modelId="{BEE42E63-97B7-4ED8-890E-3DAE08D9A364}" type="presParOf" srcId="{D3B42F6D-FCDD-4BB3-BD16-90866655A8FB}" destId="{A299D20D-EEC6-48E4-BD0F-6106FDCEFEFF}" srcOrd="12" destOrd="0" presId="urn:microsoft.com/office/officeart/2008/layout/LinedList"/>
    <dgm:cxn modelId="{A521A0C5-15DD-49D9-B4B1-8B042014B4D8}" type="presParOf" srcId="{D3B42F6D-FCDD-4BB3-BD16-90866655A8FB}" destId="{1370642A-EEE3-44D9-8699-4EF4A9559703}" srcOrd="13" destOrd="0" presId="urn:microsoft.com/office/officeart/2008/layout/LinedList"/>
    <dgm:cxn modelId="{4F13C47E-E6FE-45A6-9504-661826D02F3D}" type="presParOf" srcId="{1370642A-EEE3-44D9-8699-4EF4A9559703}" destId="{22F6F7BA-656D-404D-93B2-9F7D343B037C}" srcOrd="0" destOrd="0" presId="urn:microsoft.com/office/officeart/2008/layout/LinedList"/>
    <dgm:cxn modelId="{57FE3533-D33F-46DC-91E9-B6C1EC5EC44B}" type="presParOf" srcId="{1370642A-EEE3-44D9-8699-4EF4A9559703}" destId="{BAB3B0AB-3B1F-46F2-8261-EF24302F9FEA}" srcOrd="1" destOrd="0" presId="urn:microsoft.com/office/officeart/2008/layout/LinedList"/>
    <dgm:cxn modelId="{F5881B76-B01F-401A-84B0-4BC82A6D9BA1}" type="presParOf" srcId="{D3B42F6D-FCDD-4BB3-BD16-90866655A8FB}" destId="{E1C5FD7E-3A58-44FA-91C7-ADFECDC9074E}" srcOrd="14" destOrd="0" presId="urn:microsoft.com/office/officeart/2008/layout/LinedList"/>
    <dgm:cxn modelId="{556DE863-4A03-4FDF-8E46-7BBF69ECB6E2}" type="presParOf" srcId="{D3B42F6D-FCDD-4BB3-BD16-90866655A8FB}" destId="{81CB3C19-2DDA-47E7-9623-83E2593B9304}" srcOrd="15" destOrd="0" presId="urn:microsoft.com/office/officeart/2008/layout/LinedList"/>
    <dgm:cxn modelId="{34808317-311F-4601-9E25-85626E8F5EC8}" type="presParOf" srcId="{81CB3C19-2DDA-47E7-9623-83E2593B9304}" destId="{0E3108FD-346D-4DD5-8526-0610141E715D}" srcOrd="0" destOrd="0" presId="urn:microsoft.com/office/officeart/2008/layout/LinedList"/>
    <dgm:cxn modelId="{927DA6C4-B0A4-48D1-AAC1-F5621938F4C2}" type="presParOf" srcId="{81CB3C19-2DDA-47E7-9623-83E2593B9304}" destId="{CB10C0D9-DCB2-4401-BA7D-DD464624BF7D}" srcOrd="1" destOrd="0" presId="urn:microsoft.com/office/officeart/2008/layout/LinedList"/>
    <dgm:cxn modelId="{B4E4F125-1014-460A-AC9E-62BC479F2207}" type="presParOf" srcId="{D3B42F6D-FCDD-4BB3-BD16-90866655A8FB}" destId="{402823FB-275F-42F1-91C2-D72DCA241638}" srcOrd="16" destOrd="0" presId="urn:microsoft.com/office/officeart/2008/layout/LinedList"/>
    <dgm:cxn modelId="{64CC1E57-E99B-4B92-B720-F73D16175303}" type="presParOf" srcId="{D3B42F6D-FCDD-4BB3-BD16-90866655A8FB}" destId="{9C61EFD5-D0D3-45C2-9DD8-F30DCA6F6ED8}" srcOrd="17" destOrd="0" presId="urn:microsoft.com/office/officeart/2008/layout/LinedList"/>
    <dgm:cxn modelId="{9C87D474-5D63-415C-B528-BEC9ACEC42B4}" type="presParOf" srcId="{9C61EFD5-D0D3-45C2-9DD8-F30DCA6F6ED8}" destId="{8C594411-ADB4-4615-9819-7BEC415EC561}" srcOrd="0" destOrd="0" presId="urn:microsoft.com/office/officeart/2008/layout/LinedList"/>
    <dgm:cxn modelId="{7B97594C-1324-4CEC-806F-7FE56612E089}" type="presParOf" srcId="{9C61EFD5-D0D3-45C2-9DD8-F30DCA6F6ED8}" destId="{F21B4F5C-E45B-4BED-91C4-8738E513574A}" srcOrd="1" destOrd="0" presId="urn:microsoft.com/office/officeart/2008/layout/LinedList"/>
    <dgm:cxn modelId="{36CE6C2D-BCB8-40A5-82FE-655F708DF259}" type="presParOf" srcId="{D3B42F6D-FCDD-4BB3-BD16-90866655A8FB}" destId="{7D69101D-8B18-4937-9FFF-5F6D309BCB38}" srcOrd="18" destOrd="0" presId="urn:microsoft.com/office/officeart/2008/layout/LinedList"/>
    <dgm:cxn modelId="{0695D1D4-6BC9-49B9-9723-898D87826758}" type="presParOf" srcId="{D3B42F6D-FCDD-4BB3-BD16-90866655A8FB}" destId="{058D7F38-2686-406F-984A-67D42FC24448}" srcOrd="19" destOrd="0" presId="urn:microsoft.com/office/officeart/2008/layout/LinedList"/>
    <dgm:cxn modelId="{39EC65B2-9A44-434B-B367-07458CC484B5}" type="presParOf" srcId="{058D7F38-2686-406F-984A-67D42FC24448}" destId="{2E12529D-B862-4CF8-8613-E1558319D357}" srcOrd="0" destOrd="0" presId="urn:microsoft.com/office/officeart/2008/layout/LinedList"/>
    <dgm:cxn modelId="{70EEA994-75C4-45A7-9AA1-D6E655AD7DEE}" type="presParOf" srcId="{058D7F38-2686-406F-984A-67D42FC24448}" destId="{262B5EF7-4ED8-48E7-9F2E-435DA9B61D83}" srcOrd="1" destOrd="0" presId="urn:microsoft.com/office/officeart/2008/layout/LinedList"/>
    <dgm:cxn modelId="{4E36DF8F-159F-4022-A0B1-F1E2B6E2BED7}" type="presParOf" srcId="{D3B42F6D-FCDD-4BB3-BD16-90866655A8FB}" destId="{7D3D6A46-ED81-4FDE-9FB7-56519EF2BE69}" srcOrd="20" destOrd="0" presId="urn:microsoft.com/office/officeart/2008/layout/LinedList"/>
    <dgm:cxn modelId="{DEA0A274-84B3-4910-8123-E553800E9009}" type="presParOf" srcId="{D3B42F6D-FCDD-4BB3-BD16-90866655A8FB}" destId="{3D68F3F3-5CBD-48F8-ADA4-7BC006477503}" srcOrd="21" destOrd="0" presId="urn:microsoft.com/office/officeart/2008/layout/LinedList"/>
    <dgm:cxn modelId="{44BFA9B4-091C-4676-9290-9E1FC19A3F49}" type="presParOf" srcId="{3D68F3F3-5CBD-48F8-ADA4-7BC006477503}" destId="{871733B8-88F4-4A17-A0EC-D2EF4EA87A99}" srcOrd="0" destOrd="0" presId="urn:microsoft.com/office/officeart/2008/layout/LinedList"/>
    <dgm:cxn modelId="{D89AA0BC-6AE4-4516-BF60-677CA5BF60AE}" type="presParOf" srcId="{3D68F3F3-5CBD-48F8-ADA4-7BC006477503}" destId="{A083CABC-545F-401E-96E5-BDB357D868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ED3FF16-19EA-4D2B-AC9E-4438D76D0FA1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C535424-947E-4B60-A332-54332F58519D}">
      <dgm:prSet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B08BCE-3EB9-4479-8E3B-B9643975AE91}" type="parTrans" cxnId="{596B1254-010E-4ED4-8C3D-6B1841FED0F4}">
      <dgm:prSet/>
      <dgm:spPr/>
    </dgm:pt>
    <dgm:pt modelId="{32C634A2-08EC-4B84-BF0F-0325A1576324}" type="sibTrans" cxnId="{596B1254-010E-4ED4-8C3D-6B1841FED0F4}">
      <dgm:prSet/>
      <dgm:spPr/>
      <dgm:t>
        <a:bodyPr/>
        <a:lstStyle/>
        <a:p>
          <a:endParaRPr lang="en-GB"/>
        </a:p>
      </dgm:t>
    </dgm:pt>
    <dgm:pt modelId="{D0097463-7499-4F58-9BE6-52DD194C96F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Accuracy</a:t>
          </a:r>
          <a:r>
            <a:rPr lang="en-US"/>
            <a:t>: 98.67%</a:t>
          </a:r>
          <a:endParaRPr lang="en-US">
            <a:latin typeface="Calibri"/>
          </a:endParaRPr>
        </a:p>
      </dgm:t>
    </dgm:pt>
    <dgm:pt modelId="{DCF70DE2-AA5A-41FE-95C4-272AF02EE17A}" type="parTrans" cxnId="{221FCD1C-D5EA-42C1-9A9D-392F34564F22}">
      <dgm:prSet/>
      <dgm:spPr/>
    </dgm:pt>
    <dgm:pt modelId="{A4C5AFB0-7AE4-420B-9F5E-68450CFD23B0}" type="sibTrans" cxnId="{221FCD1C-D5EA-42C1-9A9D-392F34564F22}">
      <dgm:prSet/>
      <dgm:spPr/>
      <dgm:t>
        <a:bodyPr/>
        <a:lstStyle/>
        <a:p>
          <a:endParaRPr lang="en-GB"/>
        </a:p>
      </dgm:t>
    </dgm:pt>
    <dgm:pt modelId="{64DDD9CC-52E5-4697-ADD4-13A76AB2AD6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Precision</a:t>
          </a:r>
          <a:r>
            <a:rPr lang="en-US"/>
            <a:t>:</a:t>
          </a:r>
          <a:r>
            <a:rPr lang="en-US">
              <a:latin typeface="Calibri"/>
            </a:rPr>
            <a:t> </a:t>
          </a:r>
          <a:r>
            <a:rPr lang="en-US"/>
            <a:t>Pass: 99.51</a:t>
          </a:r>
          <a:r>
            <a:rPr lang="en-US">
              <a:latin typeface="Calibri"/>
            </a:rPr>
            <a:t>%, </a:t>
          </a:r>
          <a:r>
            <a:rPr lang="en-US"/>
            <a:t>Fail: 96.88%</a:t>
          </a:r>
        </a:p>
      </dgm:t>
    </dgm:pt>
    <dgm:pt modelId="{103A9818-14A3-44AC-9A2A-CC89CDABB4C2}" type="parTrans" cxnId="{017D0B92-AD55-4FA7-87F5-65179FB4945F}">
      <dgm:prSet/>
      <dgm:spPr/>
    </dgm:pt>
    <dgm:pt modelId="{8B730ADE-A79C-4EEA-95DF-05E43F6CEFDB}" type="sibTrans" cxnId="{017D0B92-AD55-4FA7-87F5-65179FB4945F}">
      <dgm:prSet/>
      <dgm:spPr/>
      <dgm:t>
        <a:bodyPr/>
        <a:lstStyle/>
        <a:p>
          <a:endParaRPr lang="en-GB"/>
        </a:p>
      </dgm:t>
    </dgm:pt>
    <dgm:pt modelId="{8D50362D-F9ED-43EF-8DF1-FF65B9E5C45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Recall</a:t>
          </a:r>
          <a:r>
            <a:rPr lang="en-US"/>
            <a:t>:</a:t>
          </a:r>
          <a:r>
            <a:rPr lang="en-US">
              <a:latin typeface="Calibri"/>
            </a:rPr>
            <a:t> </a:t>
          </a:r>
          <a:r>
            <a:rPr lang="en-US"/>
            <a:t>Pass: 98.54</a:t>
          </a:r>
          <a:r>
            <a:rPr lang="en-US">
              <a:latin typeface="Calibri"/>
            </a:rPr>
            <a:t>%, </a:t>
          </a:r>
          <a:r>
            <a:rPr lang="en-US"/>
            <a:t>Fail: 98.94%</a:t>
          </a:r>
        </a:p>
      </dgm:t>
    </dgm:pt>
    <dgm:pt modelId="{9D3D7543-8339-4727-81AC-AEEA21D30E8E}" type="parTrans" cxnId="{20430C8F-79D2-4387-9BE0-F02B97CF6F25}">
      <dgm:prSet/>
      <dgm:spPr/>
    </dgm:pt>
    <dgm:pt modelId="{3D7BB82F-A406-475A-BAC5-F77F86382801}" type="sibTrans" cxnId="{20430C8F-79D2-4387-9BE0-F02B97CF6F25}">
      <dgm:prSet/>
      <dgm:spPr/>
      <dgm:t>
        <a:bodyPr/>
        <a:lstStyle/>
        <a:p>
          <a:endParaRPr lang="en-GB"/>
        </a:p>
      </dgm:t>
    </dgm:pt>
    <dgm:pt modelId="{D06601EC-9C11-44A9-A1F9-18850200D9C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model achieved very high accuracy and recall.</a:t>
          </a:r>
          <a:endParaRPr lang="en-US">
            <a:latin typeface="Calibri"/>
          </a:endParaRPr>
        </a:p>
      </dgm:t>
    </dgm:pt>
    <dgm:pt modelId="{A869A766-3C3D-484E-A4FA-0F37BF906353}" type="parTrans" cxnId="{1565E36C-6446-41EC-AD8A-305BC4A4E83D}">
      <dgm:prSet/>
      <dgm:spPr/>
    </dgm:pt>
    <dgm:pt modelId="{9391A96A-4FC8-4611-B4BE-3C446E91689E}" type="sibTrans" cxnId="{1565E36C-6446-41EC-AD8A-305BC4A4E83D}">
      <dgm:prSet/>
      <dgm:spPr/>
      <dgm:t>
        <a:bodyPr/>
        <a:lstStyle/>
        <a:p>
          <a:endParaRPr lang="en-GB"/>
        </a:p>
      </dgm:t>
    </dgm:pt>
    <dgm:pt modelId="{A5C6EB58-AC31-4153-B1A3-94AB12F167E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Precision is balanced across both classes.</a:t>
          </a:r>
        </a:p>
      </dgm:t>
    </dgm:pt>
    <dgm:pt modelId="{37AC7050-F55B-4A9A-AC5E-C0931D7EFB85}" type="parTrans" cxnId="{14415964-91F2-4C02-BCB4-B16AFD099C81}">
      <dgm:prSet/>
      <dgm:spPr/>
    </dgm:pt>
    <dgm:pt modelId="{FF7B4696-8012-447F-A405-CE74F649F231}" type="sibTrans" cxnId="{14415964-91F2-4C02-BCB4-B16AFD099C81}">
      <dgm:prSet/>
      <dgm:spPr/>
      <dgm:t>
        <a:bodyPr/>
        <a:lstStyle/>
        <a:p>
          <a:endParaRPr lang="en-GB"/>
        </a:p>
      </dgm:t>
    </dgm:pt>
    <dgm:pt modelId="{88547FDE-20FF-4DE6-B7D0-CF349FF6710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Performs well despite slight class imbalance.</a:t>
          </a:r>
        </a:p>
      </dgm:t>
    </dgm:pt>
    <dgm:pt modelId="{CD801652-0CC2-4603-BF29-FBFF888021B4}" type="parTrans" cxnId="{1489E13B-EF2B-492E-9E75-FC3EE2CE862C}">
      <dgm:prSet/>
      <dgm:spPr/>
    </dgm:pt>
    <dgm:pt modelId="{AC8FE91B-6AA7-4BD3-AA89-B1A24596B56C}" type="sibTrans" cxnId="{1489E13B-EF2B-492E-9E75-FC3EE2CE862C}">
      <dgm:prSet/>
      <dgm:spPr/>
      <dgm:t>
        <a:bodyPr/>
        <a:lstStyle/>
        <a:p>
          <a:endParaRPr lang="en-GB"/>
        </a:p>
      </dgm:t>
    </dgm:pt>
    <dgm:pt modelId="{8D3053F7-0972-4F61-B159-C97F75CC651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Solution</a:t>
          </a:r>
          <a:r>
            <a:rPr lang="en-US"/>
            <a:t>: Converted label attribute to </a:t>
          </a:r>
          <a:r>
            <a:rPr lang="en-US" b="1"/>
            <a:t>binominal</a:t>
          </a:r>
          <a:r>
            <a:rPr lang="en-US"/>
            <a:t> format.</a:t>
          </a:r>
        </a:p>
      </dgm:t>
    </dgm:pt>
    <dgm:pt modelId="{9B35F10E-5165-46A4-9EC7-972DAF1EEA41}" type="parTrans" cxnId="{73D79DFB-0DCF-4298-BC08-FB3D0FBCF4FF}">
      <dgm:prSet/>
      <dgm:spPr/>
    </dgm:pt>
    <dgm:pt modelId="{214B4853-3A86-466A-96B7-385C5D71612C}" type="sibTrans" cxnId="{73D79DFB-0DCF-4298-BC08-FB3D0FBCF4FF}">
      <dgm:prSet/>
      <dgm:spPr/>
      <dgm:t>
        <a:bodyPr/>
        <a:lstStyle/>
        <a:p>
          <a:endParaRPr lang="en-GB"/>
        </a:p>
      </dgm:t>
    </dgm:pt>
    <dgm:pt modelId="{1AE22A4C-D6AB-4550-8FF7-A0F4156D83B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Calibri"/>
            </a:rPr>
            <a:t>Issue</a:t>
          </a:r>
          <a:r>
            <a:rPr lang="en-US"/>
            <a:t>: “SVM (Linear) cannot handle polynomial label.”</a:t>
          </a:r>
          <a:endParaRPr lang="en-GB"/>
        </a:p>
      </dgm:t>
    </dgm:pt>
    <dgm:pt modelId="{AD635450-F4C4-4591-AB05-3D323BACA841}" type="parTrans" cxnId="{FA6A688B-E703-4712-BEE7-2F42CA0D187E}">
      <dgm:prSet/>
      <dgm:spPr/>
    </dgm:pt>
    <dgm:pt modelId="{96ED527A-7B66-4D0F-8B42-E27144B354AB}" type="sibTrans" cxnId="{FA6A688B-E703-4712-BEE7-2F42CA0D187E}">
      <dgm:prSet/>
      <dgm:spPr/>
      <dgm:t>
        <a:bodyPr/>
        <a:lstStyle/>
        <a:p>
          <a:endParaRPr lang="en-GB"/>
        </a:p>
      </dgm:t>
    </dgm:pt>
    <dgm:pt modelId="{33187973-113D-4953-BEF6-2EA693ACA6A4}" type="pres">
      <dgm:prSet presAssocID="{5ED3FF16-19EA-4D2B-AC9E-4438D76D0FA1}" presName="vert0" presStyleCnt="0">
        <dgm:presLayoutVars>
          <dgm:dir/>
          <dgm:animOne val="branch"/>
          <dgm:animLvl val="lvl"/>
        </dgm:presLayoutVars>
      </dgm:prSet>
      <dgm:spPr/>
    </dgm:pt>
    <dgm:pt modelId="{59D0EFA8-FEAC-4079-9927-A5943BB2E21B}" type="pres">
      <dgm:prSet presAssocID="{D0097463-7499-4F58-9BE6-52DD194C96F1}" presName="thickLine" presStyleLbl="alignNode1" presStyleIdx="0" presStyleCnt="9"/>
      <dgm:spPr/>
    </dgm:pt>
    <dgm:pt modelId="{E8F3927C-4BF9-4815-BFAE-683A002095F7}" type="pres">
      <dgm:prSet presAssocID="{D0097463-7499-4F58-9BE6-52DD194C96F1}" presName="horz1" presStyleCnt="0"/>
      <dgm:spPr/>
    </dgm:pt>
    <dgm:pt modelId="{0688E61C-2211-4668-B82C-1729210201F7}" type="pres">
      <dgm:prSet presAssocID="{D0097463-7499-4F58-9BE6-52DD194C96F1}" presName="tx1" presStyleLbl="revTx" presStyleIdx="0" presStyleCnt="9"/>
      <dgm:spPr/>
    </dgm:pt>
    <dgm:pt modelId="{78ECED8D-B935-41C0-B531-795DD517E6EE}" type="pres">
      <dgm:prSet presAssocID="{D0097463-7499-4F58-9BE6-52DD194C96F1}" presName="vert1" presStyleCnt="0"/>
      <dgm:spPr/>
    </dgm:pt>
    <dgm:pt modelId="{113EC745-555E-48B1-BEBA-08A0FD9B9ADB}" type="pres">
      <dgm:prSet presAssocID="{64DDD9CC-52E5-4697-ADD4-13A76AB2AD68}" presName="thickLine" presStyleLbl="alignNode1" presStyleIdx="1" presStyleCnt="9"/>
      <dgm:spPr/>
    </dgm:pt>
    <dgm:pt modelId="{CEC5BD37-C1BA-4AF5-910B-2E0ABB722CA2}" type="pres">
      <dgm:prSet presAssocID="{64DDD9CC-52E5-4697-ADD4-13A76AB2AD68}" presName="horz1" presStyleCnt="0"/>
      <dgm:spPr/>
    </dgm:pt>
    <dgm:pt modelId="{FADCBD54-3A04-4BB3-9ADD-F128E384B563}" type="pres">
      <dgm:prSet presAssocID="{64DDD9CC-52E5-4697-ADD4-13A76AB2AD68}" presName="tx1" presStyleLbl="revTx" presStyleIdx="1" presStyleCnt="9"/>
      <dgm:spPr/>
    </dgm:pt>
    <dgm:pt modelId="{66017023-C9DD-49CB-84DB-9C20326A316F}" type="pres">
      <dgm:prSet presAssocID="{64DDD9CC-52E5-4697-ADD4-13A76AB2AD68}" presName="vert1" presStyleCnt="0"/>
      <dgm:spPr/>
    </dgm:pt>
    <dgm:pt modelId="{EA55122A-3F97-45F8-853A-5C5DFBE8A3A7}" type="pres">
      <dgm:prSet presAssocID="{8D50362D-F9ED-43EF-8DF1-FF65B9E5C453}" presName="thickLine" presStyleLbl="alignNode1" presStyleIdx="2" presStyleCnt="9"/>
      <dgm:spPr/>
    </dgm:pt>
    <dgm:pt modelId="{8E42D5DA-3696-44C9-81F4-12CFC71788B3}" type="pres">
      <dgm:prSet presAssocID="{8D50362D-F9ED-43EF-8DF1-FF65B9E5C453}" presName="horz1" presStyleCnt="0"/>
      <dgm:spPr/>
    </dgm:pt>
    <dgm:pt modelId="{1E9D1268-1499-4897-A8BB-117B9E053A63}" type="pres">
      <dgm:prSet presAssocID="{8D50362D-F9ED-43EF-8DF1-FF65B9E5C453}" presName="tx1" presStyleLbl="revTx" presStyleIdx="2" presStyleCnt="9"/>
      <dgm:spPr/>
    </dgm:pt>
    <dgm:pt modelId="{5FA54A09-BAF8-42C2-A91B-BB06AC782055}" type="pres">
      <dgm:prSet presAssocID="{8D50362D-F9ED-43EF-8DF1-FF65B9E5C453}" presName="vert1" presStyleCnt="0"/>
      <dgm:spPr/>
    </dgm:pt>
    <dgm:pt modelId="{40EB5178-1EC7-450B-8F06-39E3D9829CCC}" type="pres">
      <dgm:prSet presAssocID="{D06601EC-9C11-44A9-A1F9-18850200D9C6}" presName="thickLine" presStyleLbl="alignNode1" presStyleIdx="3" presStyleCnt="9"/>
      <dgm:spPr/>
    </dgm:pt>
    <dgm:pt modelId="{3F34E1EB-76FE-47C2-9B7B-AEFE149A1787}" type="pres">
      <dgm:prSet presAssocID="{D06601EC-9C11-44A9-A1F9-18850200D9C6}" presName="horz1" presStyleCnt="0"/>
      <dgm:spPr/>
    </dgm:pt>
    <dgm:pt modelId="{89758A73-4C1E-434B-8022-55A6A1A941AC}" type="pres">
      <dgm:prSet presAssocID="{D06601EC-9C11-44A9-A1F9-18850200D9C6}" presName="tx1" presStyleLbl="revTx" presStyleIdx="3" presStyleCnt="9"/>
      <dgm:spPr/>
    </dgm:pt>
    <dgm:pt modelId="{A50D4069-AD19-4460-959F-4DF29FE62CBA}" type="pres">
      <dgm:prSet presAssocID="{D06601EC-9C11-44A9-A1F9-18850200D9C6}" presName="vert1" presStyleCnt="0"/>
      <dgm:spPr/>
    </dgm:pt>
    <dgm:pt modelId="{0AAEBA34-FDE6-444C-A130-D0B2AD3B137D}" type="pres">
      <dgm:prSet presAssocID="{A5C6EB58-AC31-4153-B1A3-94AB12F167EE}" presName="thickLine" presStyleLbl="alignNode1" presStyleIdx="4" presStyleCnt="9"/>
      <dgm:spPr/>
    </dgm:pt>
    <dgm:pt modelId="{FEA0E88E-155B-48C9-8618-71C46A86D9DF}" type="pres">
      <dgm:prSet presAssocID="{A5C6EB58-AC31-4153-B1A3-94AB12F167EE}" presName="horz1" presStyleCnt="0"/>
      <dgm:spPr/>
    </dgm:pt>
    <dgm:pt modelId="{8ABD0F07-DFAB-4CDE-9919-B116048B1124}" type="pres">
      <dgm:prSet presAssocID="{A5C6EB58-AC31-4153-B1A3-94AB12F167EE}" presName="tx1" presStyleLbl="revTx" presStyleIdx="4" presStyleCnt="9"/>
      <dgm:spPr/>
    </dgm:pt>
    <dgm:pt modelId="{CDEE56E1-4155-47ED-BB3C-5CE3543C26A9}" type="pres">
      <dgm:prSet presAssocID="{A5C6EB58-AC31-4153-B1A3-94AB12F167EE}" presName="vert1" presStyleCnt="0"/>
      <dgm:spPr/>
    </dgm:pt>
    <dgm:pt modelId="{DCBEBC92-11AE-455D-8F93-7490E72088E9}" type="pres">
      <dgm:prSet presAssocID="{88547FDE-20FF-4DE6-B7D0-CF349FF67100}" presName="thickLine" presStyleLbl="alignNode1" presStyleIdx="5" presStyleCnt="9"/>
      <dgm:spPr/>
    </dgm:pt>
    <dgm:pt modelId="{A73CF799-4DA0-45D7-AF8F-8A11F77D5659}" type="pres">
      <dgm:prSet presAssocID="{88547FDE-20FF-4DE6-B7D0-CF349FF67100}" presName="horz1" presStyleCnt="0"/>
      <dgm:spPr/>
    </dgm:pt>
    <dgm:pt modelId="{6DBB1888-C705-4531-B25C-B13F00CD63AB}" type="pres">
      <dgm:prSet presAssocID="{88547FDE-20FF-4DE6-B7D0-CF349FF67100}" presName="tx1" presStyleLbl="revTx" presStyleIdx="5" presStyleCnt="9"/>
      <dgm:spPr/>
    </dgm:pt>
    <dgm:pt modelId="{DFA69136-1CA8-439F-8655-BEBD56F97A70}" type="pres">
      <dgm:prSet presAssocID="{88547FDE-20FF-4DE6-B7D0-CF349FF67100}" presName="vert1" presStyleCnt="0"/>
      <dgm:spPr/>
    </dgm:pt>
    <dgm:pt modelId="{AA5997D5-D9C8-4331-BDF7-28A8BA997E75}" type="pres">
      <dgm:prSet presAssocID="{1AE22A4C-D6AB-4550-8FF7-A0F4156D83B7}" presName="thickLine" presStyleLbl="alignNode1" presStyleIdx="6" presStyleCnt="9"/>
      <dgm:spPr/>
    </dgm:pt>
    <dgm:pt modelId="{8788E9CF-C35E-4384-8DF7-898C858E74B3}" type="pres">
      <dgm:prSet presAssocID="{1AE22A4C-D6AB-4550-8FF7-A0F4156D83B7}" presName="horz1" presStyleCnt="0"/>
      <dgm:spPr/>
    </dgm:pt>
    <dgm:pt modelId="{4672772C-19A8-49A0-93C5-5E49D45DA6A0}" type="pres">
      <dgm:prSet presAssocID="{1AE22A4C-D6AB-4550-8FF7-A0F4156D83B7}" presName="tx1" presStyleLbl="revTx" presStyleIdx="6" presStyleCnt="9"/>
      <dgm:spPr/>
    </dgm:pt>
    <dgm:pt modelId="{E4FD05F0-F98C-4C7F-868C-2EF58E40B069}" type="pres">
      <dgm:prSet presAssocID="{1AE22A4C-D6AB-4550-8FF7-A0F4156D83B7}" presName="vert1" presStyleCnt="0"/>
      <dgm:spPr/>
    </dgm:pt>
    <dgm:pt modelId="{9C669A41-062E-44F4-B5BF-84C89FE0591C}" type="pres">
      <dgm:prSet presAssocID="{8D3053F7-0972-4F61-B159-C97F75CC6518}" presName="thickLine" presStyleLbl="alignNode1" presStyleIdx="7" presStyleCnt="9"/>
      <dgm:spPr/>
    </dgm:pt>
    <dgm:pt modelId="{9546D430-96FB-4043-BF80-83A8DD9B6FB2}" type="pres">
      <dgm:prSet presAssocID="{8D3053F7-0972-4F61-B159-C97F75CC6518}" presName="horz1" presStyleCnt="0"/>
      <dgm:spPr/>
    </dgm:pt>
    <dgm:pt modelId="{5BC3A840-DF4C-4EB8-9C74-9F2C3AC4D99A}" type="pres">
      <dgm:prSet presAssocID="{8D3053F7-0972-4F61-B159-C97F75CC6518}" presName="tx1" presStyleLbl="revTx" presStyleIdx="7" presStyleCnt="9"/>
      <dgm:spPr/>
    </dgm:pt>
    <dgm:pt modelId="{22061E9B-4C3E-4585-9AD3-E0708ADF944B}" type="pres">
      <dgm:prSet presAssocID="{8D3053F7-0972-4F61-B159-C97F75CC6518}" presName="vert1" presStyleCnt="0"/>
      <dgm:spPr/>
    </dgm:pt>
    <dgm:pt modelId="{83846256-45C3-4E5F-BDE8-B65B8157F96D}" type="pres">
      <dgm:prSet presAssocID="{EC535424-947E-4B60-A332-54332F58519D}" presName="thickLine" presStyleLbl="alignNode1" presStyleIdx="8" presStyleCnt="9"/>
      <dgm:spPr/>
    </dgm:pt>
    <dgm:pt modelId="{893F74F4-31C5-40E2-9E94-D42EA9F2AB47}" type="pres">
      <dgm:prSet presAssocID="{EC535424-947E-4B60-A332-54332F58519D}" presName="horz1" presStyleCnt="0"/>
      <dgm:spPr/>
    </dgm:pt>
    <dgm:pt modelId="{3A2405BB-2489-4698-B67E-BD6ADBBD9BCC}" type="pres">
      <dgm:prSet presAssocID="{EC535424-947E-4B60-A332-54332F58519D}" presName="tx1" presStyleLbl="revTx" presStyleIdx="8" presStyleCnt="9"/>
      <dgm:spPr/>
    </dgm:pt>
    <dgm:pt modelId="{57612FF4-0372-40DF-8A4A-AF85DE379C5F}" type="pres">
      <dgm:prSet presAssocID="{EC535424-947E-4B60-A332-54332F58519D}" presName="vert1" presStyleCnt="0"/>
      <dgm:spPr/>
    </dgm:pt>
  </dgm:ptLst>
  <dgm:cxnLst>
    <dgm:cxn modelId="{F200F310-2663-42E1-AC99-F9F9598C134C}" type="presOf" srcId="{D06601EC-9C11-44A9-A1F9-18850200D9C6}" destId="{89758A73-4C1E-434B-8022-55A6A1A941AC}" srcOrd="0" destOrd="0" presId="urn:microsoft.com/office/officeart/2008/layout/LinedList"/>
    <dgm:cxn modelId="{5C2AD718-CACB-4802-B6E9-1C83030CC84D}" type="presOf" srcId="{A5C6EB58-AC31-4153-B1A3-94AB12F167EE}" destId="{8ABD0F07-DFAB-4CDE-9919-B116048B1124}" srcOrd="0" destOrd="0" presId="urn:microsoft.com/office/officeart/2008/layout/LinedList"/>
    <dgm:cxn modelId="{7B869C1B-7863-44C6-9F1B-01D93E4507A6}" type="presOf" srcId="{EC535424-947E-4B60-A332-54332F58519D}" destId="{3A2405BB-2489-4698-B67E-BD6ADBBD9BCC}" srcOrd="0" destOrd="0" presId="urn:microsoft.com/office/officeart/2008/layout/LinedList"/>
    <dgm:cxn modelId="{221FCD1C-D5EA-42C1-9A9D-392F34564F22}" srcId="{5ED3FF16-19EA-4D2B-AC9E-4438D76D0FA1}" destId="{D0097463-7499-4F58-9BE6-52DD194C96F1}" srcOrd="0" destOrd="0" parTransId="{DCF70DE2-AA5A-41FE-95C4-272AF02EE17A}" sibTransId="{A4C5AFB0-7AE4-420B-9F5E-68450CFD23B0}"/>
    <dgm:cxn modelId="{1489E13B-EF2B-492E-9E75-FC3EE2CE862C}" srcId="{5ED3FF16-19EA-4D2B-AC9E-4438D76D0FA1}" destId="{88547FDE-20FF-4DE6-B7D0-CF349FF67100}" srcOrd="5" destOrd="0" parTransId="{CD801652-0CC2-4603-BF29-FBFF888021B4}" sibTransId="{AC8FE91B-6AA7-4BD3-AA89-B1A24596B56C}"/>
    <dgm:cxn modelId="{C9F31442-2741-45BE-B218-6130F29E38BA}" type="presOf" srcId="{88547FDE-20FF-4DE6-B7D0-CF349FF67100}" destId="{6DBB1888-C705-4531-B25C-B13F00CD63AB}" srcOrd="0" destOrd="0" presId="urn:microsoft.com/office/officeart/2008/layout/LinedList"/>
    <dgm:cxn modelId="{14415964-91F2-4C02-BCB4-B16AFD099C81}" srcId="{5ED3FF16-19EA-4D2B-AC9E-4438D76D0FA1}" destId="{A5C6EB58-AC31-4153-B1A3-94AB12F167EE}" srcOrd="4" destOrd="0" parTransId="{37AC7050-F55B-4A9A-AC5E-C0931D7EFB85}" sibTransId="{FF7B4696-8012-447F-A405-CE74F649F231}"/>
    <dgm:cxn modelId="{1565E36C-6446-41EC-AD8A-305BC4A4E83D}" srcId="{5ED3FF16-19EA-4D2B-AC9E-4438D76D0FA1}" destId="{D06601EC-9C11-44A9-A1F9-18850200D9C6}" srcOrd="3" destOrd="0" parTransId="{A869A766-3C3D-484E-A4FA-0F37BF906353}" sibTransId="{9391A96A-4FC8-4611-B4BE-3C446E91689E}"/>
    <dgm:cxn modelId="{2DAE406D-B30E-401A-B18F-1C104AB7F4B1}" type="presOf" srcId="{8D50362D-F9ED-43EF-8DF1-FF65B9E5C453}" destId="{1E9D1268-1499-4897-A8BB-117B9E053A63}" srcOrd="0" destOrd="0" presId="urn:microsoft.com/office/officeart/2008/layout/LinedList"/>
    <dgm:cxn modelId="{B80E734D-2B17-4C68-A913-75F31FE37D20}" type="presOf" srcId="{64DDD9CC-52E5-4697-ADD4-13A76AB2AD68}" destId="{FADCBD54-3A04-4BB3-9ADD-F128E384B563}" srcOrd="0" destOrd="0" presId="urn:microsoft.com/office/officeart/2008/layout/LinedList"/>
    <dgm:cxn modelId="{596B1254-010E-4ED4-8C3D-6B1841FED0F4}" srcId="{5ED3FF16-19EA-4D2B-AC9E-4438D76D0FA1}" destId="{EC535424-947E-4B60-A332-54332F58519D}" srcOrd="8" destOrd="0" parTransId="{2DB08BCE-3EB9-4479-8E3B-B9643975AE91}" sibTransId="{32C634A2-08EC-4B84-BF0F-0325A1576324}"/>
    <dgm:cxn modelId="{FA6A688B-E703-4712-BEE7-2F42CA0D187E}" srcId="{5ED3FF16-19EA-4D2B-AC9E-4438D76D0FA1}" destId="{1AE22A4C-D6AB-4550-8FF7-A0F4156D83B7}" srcOrd="6" destOrd="0" parTransId="{AD635450-F4C4-4591-AB05-3D323BACA841}" sibTransId="{96ED527A-7B66-4D0F-8B42-E27144B354AB}"/>
    <dgm:cxn modelId="{20430C8F-79D2-4387-9BE0-F02B97CF6F25}" srcId="{5ED3FF16-19EA-4D2B-AC9E-4438D76D0FA1}" destId="{8D50362D-F9ED-43EF-8DF1-FF65B9E5C453}" srcOrd="2" destOrd="0" parTransId="{9D3D7543-8339-4727-81AC-AEEA21D30E8E}" sibTransId="{3D7BB82F-A406-475A-BAC5-F77F86382801}"/>
    <dgm:cxn modelId="{017D0B92-AD55-4FA7-87F5-65179FB4945F}" srcId="{5ED3FF16-19EA-4D2B-AC9E-4438D76D0FA1}" destId="{64DDD9CC-52E5-4697-ADD4-13A76AB2AD68}" srcOrd="1" destOrd="0" parTransId="{103A9818-14A3-44AC-9A2A-CC89CDABB4C2}" sibTransId="{8B730ADE-A79C-4EEA-95DF-05E43F6CEFDB}"/>
    <dgm:cxn modelId="{6D735B92-8028-4E0A-98B1-0ECE3E33B6E7}" type="presOf" srcId="{D0097463-7499-4F58-9BE6-52DD194C96F1}" destId="{0688E61C-2211-4668-B82C-1729210201F7}" srcOrd="0" destOrd="0" presId="urn:microsoft.com/office/officeart/2008/layout/LinedList"/>
    <dgm:cxn modelId="{C63262B6-BADC-44A0-8DC4-439654FA8774}" type="presOf" srcId="{8D3053F7-0972-4F61-B159-C97F75CC6518}" destId="{5BC3A840-DF4C-4EB8-9C74-9F2C3AC4D99A}" srcOrd="0" destOrd="0" presId="urn:microsoft.com/office/officeart/2008/layout/LinedList"/>
    <dgm:cxn modelId="{54FB8CE5-435F-4EB5-9E44-D766461DB7D6}" type="presOf" srcId="{5ED3FF16-19EA-4D2B-AC9E-4438D76D0FA1}" destId="{33187973-113D-4953-BEF6-2EA693ACA6A4}" srcOrd="0" destOrd="0" presId="urn:microsoft.com/office/officeart/2008/layout/LinedList"/>
    <dgm:cxn modelId="{6AAD8BE7-06B3-4414-8232-E464C4638A29}" type="presOf" srcId="{1AE22A4C-D6AB-4550-8FF7-A0F4156D83B7}" destId="{4672772C-19A8-49A0-93C5-5E49D45DA6A0}" srcOrd="0" destOrd="0" presId="urn:microsoft.com/office/officeart/2008/layout/LinedList"/>
    <dgm:cxn modelId="{73D79DFB-0DCF-4298-BC08-FB3D0FBCF4FF}" srcId="{5ED3FF16-19EA-4D2B-AC9E-4438D76D0FA1}" destId="{8D3053F7-0972-4F61-B159-C97F75CC6518}" srcOrd="7" destOrd="0" parTransId="{9B35F10E-5165-46A4-9EC7-972DAF1EEA41}" sibTransId="{214B4853-3A86-466A-96B7-385C5D71612C}"/>
    <dgm:cxn modelId="{984C85D5-599D-4CF1-8D4D-AAB90687F0E8}" type="presParOf" srcId="{33187973-113D-4953-BEF6-2EA693ACA6A4}" destId="{59D0EFA8-FEAC-4079-9927-A5943BB2E21B}" srcOrd="0" destOrd="0" presId="urn:microsoft.com/office/officeart/2008/layout/LinedList"/>
    <dgm:cxn modelId="{0839799D-10DF-4CE1-A070-F86D7E073D9A}" type="presParOf" srcId="{33187973-113D-4953-BEF6-2EA693ACA6A4}" destId="{E8F3927C-4BF9-4815-BFAE-683A002095F7}" srcOrd="1" destOrd="0" presId="urn:microsoft.com/office/officeart/2008/layout/LinedList"/>
    <dgm:cxn modelId="{913ABB41-4838-4325-B35E-43B0D456D51E}" type="presParOf" srcId="{E8F3927C-4BF9-4815-BFAE-683A002095F7}" destId="{0688E61C-2211-4668-B82C-1729210201F7}" srcOrd="0" destOrd="0" presId="urn:microsoft.com/office/officeart/2008/layout/LinedList"/>
    <dgm:cxn modelId="{C2FCBC32-80F1-4868-8706-AACBF9A8A5F2}" type="presParOf" srcId="{E8F3927C-4BF9-4815-BFAE-683A002095F7}" destId="{78ECED8D-B935-41C0-B531-795DD517E6EE}" srcOrd="1" destOrd="0" presId="urn:microsoft.com/office/officeart/2008/layout/LinedList"/>
    <dgm:cxn modelId="{1CFE9989-598C-4EE7-8932-984726FF5264}" type="presParOf" srcId="{33187973-113D-4953-BEF6-2EA693ACA6A4}" destId="{113EC745-555E-48B1-BEBA-08A0FD9B9ADB}" srcOrd="2" destOrd="0" presId="urn:microsoft.com/office/officeart/2008/layout/LinedList"/>
    <dgm:cxn modelId="{C42DDADA-E89F-457C-A187-B2981E9D676D}" type="presParOf" srcId="{33187973-113D-4953-BEF6-2EA693ACA6A4}" destId="{CEC5BD37-C1BA-4AF5-910B-2E0ABB722CA2}" srcOrd="3" destOrd="0" presId="urn:microsoft.com/office/officeart/2008/layout/LinedList"/>
    <dgm:cxn modelId="{02B6717A-5E22-4921-A5C0-0BDB38667384}" type="presParOf" srcId="{CEC5BD37-C1BA-4AF5-910B-2E0ABB722CA2}" destId="{FADCBD54-3A04-4BB3-9ADD-F128E384B563}" srcOrd="0" destOrd="0" presId="urn:microsoft.com/office/officeart/2008/layout/LinedList"/>
    <dgm:cxn modelId="{E1F5F28B-BD99-4FBD-A563-ACE36A4D456A}" type="presParOf" srcId="{CEC5BD37-C1BA-4AF5-910B-2E0ABB722CA2}" destId="{66017023-C9DD-49CB-84DB-9C20326A316F}" srcOrd="1" destOrd="0" presId="urn:microsoft.com/office/officeart/2008/layout/LinedList"/>
    <dgm:cxn modelId="{52113817-5F68-413C-86C0-3AE83003D0D7}" type="presParOf" srcId="{33187973-113D-4953-BEF6-2EA693ACA6A4}" destId="{EA55122A-3F97-45F8-853A-5C5DFBE8A3A7}" srcOrd="4" destOrd="0" presId="urn:microsoft.com/office/officeart/2008/layout/LinedList"/>
    <dgm:cxn modelId="{9F640B4F-1531-4EB3-AAA0-EA1B2B843992}" type="presParOf" srcId="{33187973-113D-4953-BEF6-2EA693ACA6A4}" destId="{8E42D5DA-3696-44C9-81F4-12CFC71788B3}" srcOrd="5" destOrd="0" presId="urn:microsoft.com/office/officeart/2008/layout/LinedList"/>
    <dgm:cxn modelId="{484BB050-DB81-4DD5-8771-2640A6A76A0B}" type="presParOf" srcId="{8E42D5DA-3696-44C9-81F4-12CFC71788B3}" destId="{1E9D1268-1499-4897-A8BB-117B9E053A63}" srcOrd="0" destOrd="0" presId="urn:microsoft.com/office/officeart/2008/layout/LinedList"/>
    <dgm:cxn modelId="{4C5FD700-31DB-4DB8-B99C-3CD4EC64B826}" type="presParOf" srcId="{8E42D5DA-3696-44C9-81F4-12CFC71788B3}" destId="{5FA54A09-BAF8-42C2-A91B-BB06AC782055}" srcOrd="1" destOrd="0" presId="urn:microsoft.com/office/officeart/2008/layout/LinedList"/>
    <dgm:cxn modelId="{3BD215AD-E396-4868-BFA3-B4A75F454703}" type="presParOf" srcId="{33187973-113D-4953-BEF6-2EA693ACA6A4}" destId="{40EB5178-1EC7-450B-8F06-39E3D9829CCC}" srcOrd="6" destOrd="0" presId="urn:microsoft.com/office/officeart/2008/layout/LinedList"/>
    <dgm:cxn modelId="{9FF61573-1998-4C47-B783-DF8BBE191A37}" type="presParOf" srcId="{33187973-113D-4953-BEF6-2EA693ACA6A4}" destId="{3F34E1EB-76FE-47C2-9B7B-AEFE149A1787}" srcOrd="7" destOrd="0" presId="urn:microsoft.com/office/officeart/2008/layout/LinedList"/>
    <dgm:cxn modelId="{A9F25329-7C96-4337-A81F-B353AB1322E6}" type="presParOf" srcId="{3F34E1EB-76FE-47C2-9B7B-AEFE149A1787}" destId="{89758A73-4C1E-434B-8022-55A6A1A941AC}" srcOrd="0" destOrd="0" presId="urn:microsoft.com/office/officeart/2008/layout/LinedList"/>
    <dgm:cxn modelId="{78735D95-43D5-42D6-A591-346F217A3A1F}" type="presParOf" srcId="{3F34E1EB-76FE-47C2-9B7B-AEFE149A1787}" destId="{A50D4069-AD19-4460-959F-4DF29FE62CBA}" srcOrd="1" destOrd="0" presId="urn:microsoft.com/office/officeart/2008/layout/LinedList"/>
    <dgm:cxn modelId="{DDD23160-9D20-49DE-9AB2-3BCE19DD1224}" type="presParOf" srcId="{33187973-113D-4953-BEF6-2EA693ACA6A4}" destId="{0AAEBA34-FDE6-444C-A130-D0B2AD3B137D}" srcOrd="8" destOrd="0" presId="urn:microsoft.com/office/officeart/2008/layout/LinedList"/>
    <dgm:cxn modelId="{B7306169-632C-4901-9030-77C09E13CF1A}" type="presParOf" srcId="{33187973-113D-4953-BEF6-2EA693ACA6A4}" destId="{FEA0E88E-155B-48C9-8618-71C46A86D9DF}" srcOrd="9" destOrd="0" presId="urn:microsoft.com/office/officeart/2008/layout/LinedList"/>
    <dgm:cxn modelId="{667E1418-1025-454D-9CDD-E480C4FE83B1}" type="presParOf" srcId="{FEA0E88E-155B-48C9-8618-71C46A86D9DF}" destId="{8ABD0F07-DFAB-4CDE-9919-B116048B1124}" srcOrd="0" destOrd="0" presId="urn:microsoft.com/office/officeart/2008/layout/LinedList"/>
    <dgm:cxn modelId="{1B5143E6-C400-4CCE-9485-EE55F28DBC5F}" type="presParOf" srcId="{FEA0E88E-155B-48C9-8618-71C46A86D9DF}" destId="{CDEE56E1-4155-47ED-BB3C-5CE3543C26A9}" srcOrd="1" destOrd="0" presId="urn:microsoft.com/office/officeart/2008/layout/LinedList"/>
    <dgm:cxn modelId="{D21E0D4C-17D9-4DB9-9C26-EE98CE84A536}" type="presParOf" srcId="{33187973-113D-4953-BEF6-2EA693ACA6A4}" destId="{DCBEBC92-11AE-455D-8F93-7490E72088E9}" srcOrd="10" destOrd="0" presId="urn:microsoft.com/office/officeart/2008/layout/LinedList"/>
    <dgm:cxn modelId="{9DF4998D-2E91-4FB5-8469-739C67B95CB3}" type="presParOf" srcId="{33187973-113D-4953-BEF6-2EA693ACA6A4}" destId="{A73CF799-4DA0-45D7-AF8F-8A11F77D5659}" srcOrd="11" destOrd="0" presId="urn:microsoft.com/office/officeart/2008/layout/LinedList"/>
    <dgm:cxn modelId="{4E732A9D-D8D9-4841-95DB-1BC124FEB671}" type="presParOf" srcId="{A73CF799-4DA0-45D7-AF8F-8A11F77D5659}" destId="{6DBB1888-C705-4531-B25C-B13F00CD63AB}" srcOrd="0" destOrd="0" presId="urn:microsoft.com/office/officeart/2008/layout/LinedList"/>
    <dgm:cxn modelId="{E45F4278-3BDC-45F3-BE45-B3B5ED00F064}" type="presParOf" srcId="{A73CF799-4DA0-45D7-AF8F-8A11F77D5659}" destId="{DFA69136-1CA8-439F-8655-BEBD56F97A70}" srcOrd="1" destOrd="0" presId="urn:microsoft.com/office/officeart/2008/layout/LinedList"/>
    <dgm:cxn modelId="{30A7355D-A40C-4D73-8497-A81249366F38}" type="presParOf" srcId="{33187973-113D-4953-BEF6-2EA693ACA6A4}" destId="{AA5997D5-D9C8-4331-BDF7-28A8BA997E75}" srcOrd="12" destOrd="0" presId="urn:microsoft.com/office/officeart/2008/layout/LinedList"/>
    <dgm:cxn modelId="{9A6B6135-05D8-4450-B80B-EAA3F367FA8F}" type="presParOf" srcId="{33187973-113D-4953-BEF6-2EA693ACA6A4}" destId="{8788E9CF-C35E-4384-8DF7-898C858E74B3}" srcOrd="13" destOrd="0" presId="urn:microsoft.com/office/officeart/2008/layout/LinedList"/>
    <dgm:cxn modelId="{896D63FA-5841-48E2-AFC7-FFD3D990ACF2}" type="presParOf" srcId="{8788E9CF-C35E-4384-8DF7-898C858E74B3}" destId="{4672772C-19A8-49A0-93C5-5E49D45DA6A0}" srcOrd="0" destOrd="0" presId="urn:microsoft.com/office/officeart/2008/layout/LinedList"/>
    <dgm:cxn modelId="{A924E0FD-E868-4F08-A149-8B39AC77EFDC}" type="presParOf" srcId="{8788E9CF-C35E-4384-8DF7-898C858E74B3}" destId="{E4FD05F0-F98C-4C7F-868C-2EF58E40B069}" srcOrd="1" destOrd="0" presId="urn:microsoft.com/office/officeart/2008/layout/LinedList"/>
    <dgm:cxn modelId="{373A68AA-F080-48E7-A264-8576DBF9A2A9}" type="presParOf" srcId="{33187973-113D-4953-BEF6-2EA693ACA6A4}" destId="{9C669A41-062E-44F4-B5BF-84C89FE0591C}" srcOrd="14" destOrd="0" presId="urn:microsoft.com/office/officeart/2008/layout/LinedList"/>
    <dgm:cxn modelId="{217D6782-400C-40F0-8F6F-7970966167C2}" type="presParOf" srcId="{33187973-113D-4953-BEF6-2EA693ACA6A4}" destId="{9546D430-96FB-4043-BF80-83A8DD9B6FB2}" srcOrd="15" destOrd="0" presId="urn:microsoft.com/office/officeart/2008/layout/LinedList"/>
    <dgm:cxn modelId="{C3FE9D99-CBB2-4C57-BD0A-B804DDF12801}" type="presParOf" srcId="{9546D430-96FB-4043-BF80-83A8DD9B6FB2}" destId="{5BC3A840-DF4C-4EB8-9C74-9F2C3AC4D99A}" srcOrd="0" destOrd="0" presId="urn:microsoft.com/office/officeart/2008/layout/LinedList"/>
    <dgm:cxn modelId="{18F7C114-4D43-4673-8F3B-C3AF3C4B738F}" type="presParOf" srcId="{9546D430-96FB-4043-BF80-83A8DD9B6FB2}" destId="{22061E9B-4C3E-4585-9AD3-E0708ADF944B}" srcOrd="1" destOrd="0" presId="urn:microsoft.com/office/officeart/2008/layout/LinedList"/>
    <dgm:cxn modelId="{942E4697-D32C-4549-83A4-1853B265FE55}" type="presParOf" srcId="{33187973-113D-4953-BEF6-2EA693ACA6A4}" destId="{83846256-45C3-4E5F-BDE8-B65B8157F96D}" srcOrd="16" destOrd="0" presId="urn:microsoft.com/office/officeart/2008/layout/LinedList"/>
    <dgm:cxn modelId="{9402DBD4-0D53-4CF0-944E-947AE75C8CA5}" type="presParOf" srcId="{33187973-113D-4953-BEF6-2EA693ACA6A4}" destId="{893F74F4-31C5-40E2-9E94-D42EA9F2AB47}" srcOrd="17" destOrd="0" presId="urn:microsoft.com/office/officeart/2008/layout/LinedList"/>
    <dgm:cxn modelId="{E0CB01B4-2AF5-48D7-92BE-CF0B5063CE30}" type="presParOf" srcId="{893F74F4-31C5-40E2-9E94-D42EA9F2AB47}" destId="{3A2405BB-2489-4698-B67E-BD6ADBBD9BCC}" srcOrd="0" destOrd="0" presId="urn:microsoft.com/office/officeart/2008/layout/LinedList"/>
    <dgm:cxn modelId="{77B672EC-1E32-424D-972E-F2037A2E4217}" type="presParOf" srcId="{893F74F4-31C5-40E2-9E94-D42EA9F2AB47}" destId="{57612FF4-0372-40DF-8A4A-AF85DE379C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EF5C2C5-071E-444C-BE8D-5FB96EBC8F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7935AED-D841-4F94-8C4A-5C75A913D82B}">
      <dgm:prSet/>
      <dgm:spPr/>
      <dgm:t>
        <a:bodyPr/>
        <a:lstStyle/>
        <a:p>
          <a:r>
            <a:rPr lang="en-US"/>
            <a:t>Detect students at risk early.</a:t>
          </a:r>
        </a:p>
      </dgm:t>
    </dgm:pt>
    <dgm:pt modelId="{73C3D7A7-F159-4A67-931F-8DCE3A6C5112}" type="parTrans" cxnId="{E2B07080-E769-4426-8DDC-D7CFF69A7E34}">
      <dgm:prSet/>
      <dgm:spPr/>
      <dgm:t>
        <a:bodyPr/>
        <a:lstStyle/>
        <a:p>
          <a:endParaRPr lang="en-US"/>
        </a:p>
      </dgm:t>
    </dgm:pt>
    <dgm:pt modelId="{FDEF564D-299F-4862-A420-590EE5E4F854}" type="sibTrans" cxnId="{E2B07080-E769-4426-8DDC-D7CFF69A7E34}">
      <dgm:prSet/>
      <dgm:spPr/>
      <dgm:t>
        <a:bodyPr/>
        <a:lstStyle/>
        <a:p>
          <a:endParaRPr lang="en-US"/>
        </a:p>
      </dgm:t>
    </dgm:pt>
    <dgm:pt modelId="{4C5EEAA1-3C04-417D-AA66-341D7796138A}">
      <dgm:prSet/>
      <dgm:spPr/>
      <dgm:t>
        <a:bodyPr/>
        <a:lstStyle/>
        <a:p>
          <a:r>
            <a:rPr lang="en-US"/>
            <a:t>Personalized academic assistance.</a:t>
          </a:r>
        </a:p>
      </dgm:t>
    </dgm:pt>
    <dgm:pt modelId="{C07DC7B8-CEBA-426E-B3C5-8AD7F506804E}" type="parTrans" cxnId="{363E082C-FE72-48DD-84AF-264F691A45FC}">
      <dgm:prSet/>
      <dgm:spPr/>
      <dgm:t>
        <a:bodyPr/>
        <a:lstStyle/>
        <a:p>
          <a:endParaRPr lang="en-US"/>
        </a:p>
      </dgm:t>
    </dgm:pt>
    <dgm:pt modelId="{3B3FBCE9-2F95-41D8-BA7D-6DCA7DBA882C}" type="sibTrans" cxnId="{363E082C-FE72-48DD-84AF-264F691A45FC}">
      <dgm:prSet/>
      <dgm:spPr/>
      <dgm:t>
        <a:bodyPr/>
        <a:lstStyle/>
        <a:p>
          <a:endParaRPr lang="en-US"/>
        </a:p>
      </dgm:t>
    </dgm:pt>
    <dgm:pt modelId="{892375C8-9AA3-4DF3-BAF1-571C76074C85}">
      <dgm:prSet/>
      <dgm:spPr/>
      <dgm:t>
        <a:bodyPr/>
        <a:lstStyle/>
        <a:p>
          <a:r>
            <a:rPr lang="en-US"/>
            <a:t>Better institutional planning and performance.</a:t>
          </a:r>
        </a:p>
      </dgm:t>
    </dgm:pt>
    <dgm:pt modelId="{783DCDE1-7D4B-4812-B28C-D2EB70016D3C}" type="parTrans" cxnId="{D9AE6F00-02B0-4351-8019-E6C429D0E3F4}">
      <dgm:prSet/>
      <dgm:spPr/>
      <dgm:t>
        <a:bodyPr/>
        <a:lstStyle/>
        <a:p>
          <a:endParaRPr lang="en-US"/>
        </a:p>
      </dgm:t>
    </dgm:pt>
    <dgm:pt modelId="{598FEE07-E461-4406-8C94-2F5FD6BAC539}" type="sibTrans" cxnId="{D9AE6F00-02B0-4351-8019-E6C429D0E3F4}">
      <dgm:prSet/>
      <dgm:spPr/>
      <dgm:t>
        <a:bodyPr/>
        <a:lstStyle/>
        <a:p>
          <a:endParaRPr lang="en-US"/>
        </a:p>
      </dgm:t>
    </dgm:pt>
    <dgm:pt modelId="{052E6AE4-34A6-4C19-8394-7576BAEB0620}" type="pres">
      <dgm:prSet presAssocID="{2EF5C2C5-071E-444C-BE8D-5FB96EBC8F1F}" presName="root" presStyleCnt="0">
        <dgm:presLayoutVars>
          <dgm:dir/>
          <dgm:resizeHandles val="exact"/>
        </dgm:presLayoutVars>
      </dgm:prSet>
      <dgm:spPr/>
    </dgm:pt>
    <dgm:pt modelId="{3CB4C4BD-442C-4C0E-8036-EFDB14E5DBDB}" type="pres">
      <dgm:prSet presAssocID="{07935AED-D841-4F94-8C4A-5C75A913D82B}" presName="compNode" presStyleCnt="0"/>
      <dgm:spPr/>
    </dgm:pt>
    <dgm:pt modelId="{30A855CD-B6DF-4E36-9F03-1A6825A9C640}" type="pres">
      <dgm:prSet presAssocID="{07935AED-D841-4F94-8C4A-5C75A913D82B}" presName="bgRect" presStyleLbl="bgShp" presStyleIdx="0" presStyleCnt="3"/>
      <dgm:spPr/>
    </dgm:pt>
    <dgm:pt modelId="{850FF7E4-8578-4286-B530-41AE4B9106C4}" type="pres">
      <dgm:prSet presAssocID="{07935AED-D841-4F94-8C4A-5C75A913D8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5B92715-9159-4938-AE60-89DB2CA13E9F}" type="pres">
      <dgm:prSet presAssocID="{07935AED-D841-4F94-8C4A-5C75A913D82B}" presName="spaceRect" presStyleCnt="0"/>
      <dgm:spPr/>
    </dgm:pt>
    <dgm:pt modelId="{ACFC27C8-784B-472A-AD15-1DEBF297D9FB}" type="pres">
      <dgm:prSet presAssocID="{07935AED-D841-4F94-8C4A-5C75A913D82B}" presName="parTx" presStyleLbl="revTx" presStyleIdx="0" presStyleCnt="3">
        <dgm:presLayoutVars>
          <dgm:chMax val="0"/>
          <dgm:chPref val="0"/>
        </dgm:presLayoutVars>
      </dgm:prSet>
      <dgm:spPr/>
    </dgm:pt>
    <dgm:pt modelId="{7936B566-7AC5-474A-BF63-CA9C9C07625D}" type="pres">
      <dgm:prSet presAssocID="{FDEF564D-299F-4862-A420-590EE5E4F854}" presName="sibTrans" presStyleCnt="0"/>
      <dgm:spPr/>
    </dgm:pt>
    <dgm:pt modelId="{D3E02D76-A79B-40A3-ADDA-EAE864B24B1E}" type="pres">
      <dgm:prSet presAssocID="{4C5EEAA1-3C04-417D-AA66-341D7796138A}" presName="compNode" presStyleCnt="0"/>
      <dgm:spPr/>
    </dgm:pt>
    <dgm:pt modelId="{CDA98357-46FA-4F55-BCB6-FDB7F42C1581}" type="pres">
      <dgm:prSet presAssocID="{4C5EEAA1-3C04-417D-AA66-341D7796138A}" presName="bgRect" presStyleLbl="bgShp" presStyleIdx="1" presStyleCnt="3"/>
      <dgm:spPr/>
    </dgm:pt>
    <dgm:pt modelId="{6A28F9B3-52F1-4314-A057-99BFE5F0E996}" type="pres">
      <dgm:prSet presAssocID="{4C5EEAA1-3C04-417D-AA66-341D779613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4347449-7B17-43DE-A7B1-58D1D32DE215}" type="pres">
      <dgm:prSet presAssocID="{4C5EEAA1-3C04-417D-AA66-341D7796138A}" presName="spaceRect" presStyleCnt="0"/>
      <dgm:spPr/>
    </dgm:pt>
    <dgm:pt modelId="{701A7B62-CC56-4C50-89AF-454B1530F3CE}" type="pres">
      <dgm:prSet presAssocID="{4C5EEAA1-3C04-417D-AA66-341D7796138A}" presName="parTx" presStyleLbl="revTx" presStyleIdx="1" presStyleCnt="3">
        <dgm:presLayoutVars>
          <dgm:chMax val="0"/>
          <dgm:chPref val="0"/>
        </dgm:presLayoutVars>
      </dgm:prSet>
      <dgm:spPr/>
    </dgm:pt>
    <dgm:pt modelId="{57C53FC0-807D-45C3-A97A-DC048AC08EEF}" type="pres">
      <dgm:prSet presAssocID="{3B3FBCE9-2F95-41D8-BA7D-6DCA7DBA882C}" presName="sibTrans" presStyleCnt="0"/>
      <dgm:spPr/>
    </dgm:pt>
    <dgm:pt modelId="{2D918B3D-0182-45ED-B74B-AE33DCDB0408}" type="pres">
      <dgm:prSet presAssocID="{892375C8-9AA3-4DF3-BAF1-571C76074C85}" presName="compNode" presStyleCnt="0"/>
      <dgm:spPr/>
    </dgm:pt>
    <dgm:pt modelId="{7FC893B3-6EB8-41D8-B202-8377C143F473}" type="pres">
      <dgm:prSet presAssocID="{892375C8-9AA3-4DF3-BAF1-571C76074C85}" presName="bgRect" presStyleLbl="bgShp" presStyleIdx="2" presStyleCnt="3"/>
      <dgm:spPr/>
    </dgm:pt>
    <dgm:pt modelId="{8BF2177E-6591-4444-A062-A548A30A775C}" type="pres">
      <dgm:prSet presAssocID="{892375C8-9AA3-4DF3-BAF1-571C76074C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8CCC01F-65C9-4CCB-A7B2-2461E6DF3D4E}" type="pres">
      <dgm:prSet presAssocID="{892375C8-9AA3-4DF3-BAF1-571C76074C85}" presName="spaceRect" presStyleCnt="0"/>
      <dgm:spPr/>
    </dgm:pt>
    <dgm:pt modelId="{176F3207-9286-4DDB-8A4A-8733B84E54CA}" type="pres">
      <dgm:prSet presAssocID="{892375C8-9AA3-4DF3-BAF1-571C76074C8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9AE6F00-02B0-4351-8019-E6C429D0E3F4}" srcId="{2EF5C2C5-071E-444C-BE8D-5FB96EBC8F1F}" destId="{892375C8-9AA3-4DF3-BAF1-571C76074C85}" srcOrd="2" destOrd="0" parTransId="{783DCDE1-7D4B-4812-B28C-D2EB70016D3C}" sibTransId="{598FEE07-E461-4406-8C94-2F5FD6BAC539}"/>
    <dgm:cxn modelId="{F6B0D824-07E2-43FC-9863-58BE22EEE15F}" type="presOf" srcId="{2EF5C2C5-071E-444C-BE8D-5FB96EBC8F1F}" destId="{052E6AE4-34A6-4C19-8394-7576BAEB0620}" srcOrd="0" destOrd="0" presId="urn:microsoft.com/office/officeart/2018/2/layout/IconVerticalSolidList"/>
    <dgm:cxn modelId="{28A5FF27-3807-4B85-8F2E-68A7F1AFF7DA}" type="presOf" srcId="{07935AED-D841-4F94-8C4A-5C75A913D82B}" destId="{ACFC27C8-784B-472A-AD15-1DEBF297D9FB}" srcOrd="0" destOrd="0" presId="urn:microsoft.com/office/officeart/2018/2/layout/IconVerticalSolidList"/>
    <dgm:cxn modelId="{363E082C-FE72-48DD-84AF-264F691A45FC}" srcId="{2EF5C2C5-071E-444C-BE8D-5FB96EBC8F1F}" destId="{4C5EEAA1-3C04-417D-AA66-341D7796138A}" srcOrd="1" destOrd="0" parTransId="{C07DC7B8-CEBA-426E-B3C5-8AD7F506804E}" sibTransId="{3B3FBCE9-2F95-41D8-BA7D-6DCA7DBA882C}"/>
    <dgm:cxn modelId="{82C6F964-DD30-4472-B6D4-3DEA467DBA5E}" type="presOf" srcId="{892375C8-9AA3-4DF3-BAF1-571C76074C85}" destId="{176F3207-9286-4DDB-8A4A-8733B84E54CA}" srcOrd="0" destOrd="0" presId="urn:microsoft.com/office/officeart/2018/2/layout/IconVerticalSolidList"/>
    <dgm:cxn modelId="{B5918B55-6981-41CD-B448-AD2AEAE362CC}" type="presOf" srcId="{4C5EEAA1-3C04-417D-AA66-341D7796138A}" destId="{701A7B62-CC56-4C50-89AF-454B1530F3CE}" srcOrd="0" destOrd="0" presId="urn:microsoft.com/office/officeart/2018/2/layout/IconVerticalSolidList"/>
    <dgm:cxn modelId="{E2B07080-E769-4426-8DDC-D7CFF69A7E34}" srcId="{2EF5C2C5-071E-444C-BE8D-5FB96EBC8F1F}" destId="{07935AED-D841-4F94-8C4A-5C75A913D82B}" srcOrd="0" destOrd="0" parTransId="{73C3D7A7-F159-4A67-931F-8DCE3A6C5112}" sibTransId="{FDEF564D-299F-4862-A420-590EE5E4F854}"/>
    <dgm:cxn modelId="{98E76959-2C3B-4989-BFDC-38F043CE882F}" type="presParOf" srcId="{052E6AE4-34A6-4C19-8394-7576BAEB0620}" destId="{3CB4C4BD-442C-4C0E-8036-EFDB14E5DBDB}" srcOrd="0" destOrd="0" presId="urn:microsoft.com/office/officeart/2018/2/layout/IconVerticalSolidList"/>
    <dgm:cxn modelId="{F90B111F-5B8D-40A7-A36C-4BA2FD66CF7A}" type="presParOf" srcId="{3CB4C4BD-442C-4C0E-8036-EFDB14E5DBDB}" destId="{30A855CD-B6DF-4E36-9F03-1A6825A9C640}" srcOrd="0" destOrd="0" presId="urn:microsoft.com/office/officeart/2018/2/layout/IconVerticalSolidList"/>
    <dgm:cxn modelId="{D2637E44-BC96-41D2-86DB-571CBE8BECDF}" type="presParOf" srcId="{3CB4C4BD-442C-4C0E-8036-EFDB14E5DBDB}" destId="{850FF7E4-8578-4286-B530-41AE4B9106C4}" srcOrd="1" destOrd="0" presId="urn:microsoft.com/office/officeart/2018/2/layout/IconVerticalSolidList"/>
    <dgm:cxn modelId="{2854CB09-F0AA-4991-BF5F-BBE946E4D1FC}" type="presParOf" srcId="{3CB4C4BD-442C-4C0E-8036-EFDB14E5DBDB}" destId="{B5B92715-9159-4938-AE60-89DB2CA13E9F}" srcOrd="2" destOrd="0" presId="urn:microsoft.com/office/officeart/2018/2/layout/IconVerticalSolidList"/>
    <dgm:cxn modelId="{439A651D-4546-4A36-AFE9-9D45BE0AFFD4}" type="presParOf" srcId="{3CB4C4BD-442C-4C0E-8036-EFDB14E5DBDB}" destId="{ACFC27C8-784B-472A-AD15-1DEBF297D9FB}" srcOrd="3" destOrd="0" presId="urn:microsoft.com/office/officeart/2018/2/layout/IconVerticalSolidList"/>
    <dgm:cxn modelId="{35E60BF9-3EE2-48A9-83B6-2288C6E874F8}" type="presParOf" srcId="{052E6AE4-34A6-4C19-8394-7576BAEB0620}" destId="{7936B566-7AC5-474A-BF63-CA9C9C07625D}" srcOrd="1" destOrd="0" presId="urn:microsoft.com/office/officeart/2018/2/layout/IconVerticalSolidList"/>
    <dgm:cxn modelId="{F8C15720-C6C9-4EBD-9C50-CE211CB1F3BB}" type="presParOf" srcId="{052E6AE4-34A6-4C19-8394-7576BAEB0620}" destId="{D3E02D76-A79B-40A3-ADDA-EAE864B24B1E}" srcOrd="2" destOrd="0" presId="urn:microsoft.com/office/officeart/2018/2/layout/IconVerticalSolidList"/>
    <dgm:cxn modelId="{B1C2C78E-0208-445E-9940-524916CE824B}" type="presParOf" srcId="{D3E02D76-A79B-40A3-ADDA-EAE864B24B1E}" destId="{CDA98357-46FA-4F55-BCB6-FDB7F42C1581}" srcOrd="0" destOrd="0" presId="urn:microsoft.com/office/officeart/2018/2/layout/IconVerticalSolidList"/>
    <dgm:cxn modelId="{14F61838-B332-4434-96B9-2321363A0D34}" type="presParOf" srcId="{D3E02D76-A79B-40A3-ADDA-EAE864B24B1E}" destId="{6A28F9B3-52F1-4314-A057-99BFE5F0E996}" srcOrd="1" destOrd="0" presId="urn:microsoft.com/office/officeart/2018/2/layout/IconVerticalSolidList"/>
    <dgm:cxn modelId="{6F0D8C52-9EDB-4E35-AC5E-83C54C645DD7}" type="presParOf" srcId="{D3E02D76-A79B-40A3-ADDA-EAE864B24B1E}" destId="{24347449-7B17-43DE-A7B1-58D1D32DE215}" srcOrd="2" destOrd="0" presId="urn:microsoft.com/office/officeart/2018/2/layout/IconVerticalSolidList"/>
    <dgm:cxn modelId="{1D9ABE25-316E-47A6-B724-9DEEF9041746}" type="presParOf" srcId="{D3E02D76-A79B-40A3-ADDA-EAE864B24B1E}" destId="{701A7B62-CC56-4C50-89AF-454B1530F3CE}" srcOrd="3" destOrd="0" presId="urn:microsoft.com/office/officeart/2018/2/layout/IconVerticalSolidList"/>
    <dgm:cxn modelId="{6075B0C6-B89F-40F0-9192-4DC9472595EC}" type="presParOf" srcId="{052E6AE4-34A6-4C19-8394-7576BAEB0620}" destId="{57C53FC0-807D-45C3-A97A-DC048AC08EEF}" srcOrd="3" destOrd="0" presId="urn:microsoft.com/office/officeart/2018/2/layout/IconVerticalSolidList"/>
    <dgm:cxn modelId="{E7247856-993F-4372-B986-C0C4E07A1BA4}" type="presParOf" srcId="{052E6AE4-34A6-4C19-8394-7576BAEB0620}" destId="{2D918B3D-0182-45ED-B74B-AE33DCDB0408}" srcOrd="4" destOrd="0" presId="urn:microsoft.com/office/officeart/2018/2/layout/IconVerticalSolidList"/>
    <dgm:cxn modelId="{2133B3E1-1E69-42E8-AF54-E7B525B0893F}" type="presParOf" srcId="{2D918B3D-0182-45ED-B74B-AE33DCDB0408}" destId="{7FC893B3-6EB8-41D8-B202-8377C143F473}" srcOrd="0" destOrd="0" presId="urn:microsoft.com/office/officeart/2018/2/layout/IconVerticalSolidList"/>
    <dgm:cxn modelId="{CBC79CF8-0AD6-4175-9B8D-5FE86F3BA81F}" type="presParOf" srcId="{2D918B3D-0182-45ED-B74B-AE33DCDB0408}" destId="{8BF2177E-6591-4444-A062-A548A30A775C}" srcOrd="1" destOrd="0" presId="urn:microsoft.com/office/officeart/2018/2/layout/IconVerticalSolidList"/>
    <dgm:cxn modelId="{D8E0B5F1-5E30-48BC-B9A1-3D71FA8F8B34}" type="presParOf" srcId="{2D918B3D-0182-45ED-B74B-AE33DCDB0408}" destId="{D8CCC01F-65C9-4CCB-A7B2-2461E6DF3D4E}" srcOrd="2" destOrd="0" presId="urn:microsoft.com/office/officeart/2018/2/layout/IconVerticalSolidList"/>
    <dgm:cxn modelId="{CA0C1DDE-6CB3-4292-A8F3-7FE5FAC04545}" type="presParOf" srcId="{2D918B3D-0182-45ED-B74B-AE33DCDB0408}" destId="{176F3207-9286-4DDB-8A4A-8733B84E54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D8F342E-567E-4289-915D-3366488FCA9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0881E34-2E55-45AD-8A64-23B473DF5553}">
      <dgm:prSet/>
      <dgm:spPr/>
      <dgm:t>
        <a:bodyPr/>
        <a:lstStyle/>
        <a:p>
          <a:r>
            <a:rPr lang="en-US"/>
            <a:t>Test preparation significantly boosts outcomes.</a:t>
          </a:r>
        </a:p>
      </dgm:t>
    </dgm:pt>
    <dgm:pt modelId="{BC04C33C-A348-4483-9972-BEDEA7499D53}" type="parTrans" cxnId="{D3560E09-7A4A-4A5D-9059-4A288AC24C15}">
      <dgm:prSet/>
      <dgm:spPr/>
      <dgm:t>
        <a:bodyPr/>
        <a:lstStyle/>
        <a:p>
          <a:endParaRPr lang="en-US"/>
        </a:p>
      </dgm:t>
    </dgm:pt>
    <dgm:pt modelId="{0F17A511-74D8-49E7-9A6E-94BDB81924EF}" type="sibTrans" cxnId="{D3560E09-7A4A-4A5D-9059-4A288AC24C15}">
      <dgm:prSet/>
      <dgm:spPr/>
      <dgm:t>
        <a:bodyPr/>
        <a:lstStyle/>
        <a:p>
          <a:endParaRPr lang="en-US"/>
        </a:p>
      </dgm:t>
    </dgm:pt>
    <dgm:pt modelId="{CC331284-04DE-40CD-B2C5-4BA90008AD85}">
      <dgm:prSet/>
      <dgm:spPr/>
      <dgm:t>
        <a:bodyPr/>
        <a:lstStyle/>
        <a:p>
          <a:r>
            <a:rPr lang="en-US"/>
            <a:t>Parental involvement should be encouraged.</a:t>
          </a:r>
        </a:p>
      </dgm:t>
    </dgm:pt>
    <dgm:pt modelId="{C14CA5CC-0E2C-4114-8839-8CCEA5B73DE5}" type="parTrans" cxnId="{429B6A0A-0730-491D-9B32-11D9B6B84757}">
      <dgm:prSet/>
      <dgm:spPr/>
      <dgm:t>
        <a:bodyPr/>
        <a:lstStyle/>
        <a:p>
          <a:endParaRPr lang="en-US"/>
        </a:p>
      </dgm:t>
    </dgm:pt>
    <dgm:pt modelId="{57E7C527-8EF7-465B-9AF7-1F20B859B234}" type="sibTrans" cxnId="{429B6A0A-0730-491D-9B32-11D9B6B84757}">
      <dgm:prSet/>
      <dgm:spPr/>
      <dgm:t>
        <a:bodyPr/>
        <a:lstStyle/>
        <a:p>
          <a:endParaRPr lang="en-US"/>
        </a:p>
      </dgm:t>
    </dgm:pt>
    <dgm:pt modelId="{5F418DDA-D513-481A-A541-2394B6ADE916}">
      <dgm:prSet/>
      <dgm:spPr/>
      <dgm:t>
        <a:bodyPr/>
        <a:lstStyle/>
        <a:p>
          <a:r>
            <a:rPr lang="en-US"/>
            <a:t>Tailor strategies based on demographic insights.</a:t>
          </a:r>
        </a:p>
      </dgm:t>
    </dgm:pt>
    <dgm:pt modelId="{87892D1A-0436-4648-A850-7E9715080A9F}" type="parTrans" cxnId="{AAC3AC75-1F05-44FD-9EFD-8E245BEFCF35}">
      <dgm:prSet/>
      <dgm:spPr/>
      <dgm:t>
        <a:bodyPr/>
        <a:lstStyle/>
        <a:p>
          <a:endParaRPr lang="en-US"/>
        </a:p>
      </dgm:t>
    </dgm:pt>
    <dgm:pt modelId="{46FEE0DC-A270-4D5F-9DB1-70FCAB8AD818}" type="sibTrans" cxnId="{AAC3AC75-1F05-44FD-9EFD-8E245BEFCF35}">
      <dgm:prSet/>
      <dgm:spPr/>
      <dgm:t>
        <a:bodyPr/>
        <a:lstStyle/>
        <a:p>
          <a:endParaRPr lang="en-US"/>
        </a:p>
      </dgm:t>
    </dgm:pt>
    <dgm:pt modelId="{39FF1AFA-1D0D-4087-B402-5A115B824CF2}" type="pres">
      <dgm:prSet presAssocID="{7D8F342E-567E-4289-915D-3366488FCA90}" presName="vert0" presStyleCnt="0">
        <dgm:presLayoutVars>
          <dgm:dir/>
          <dgm:animOne val="branch"/>
          <dgm:animLvl val="lvl"/>
        </dgm:presLayoutVars>
      </dgm:prSet>
      <dgm:spPr/>
    </dgm:pt>
    <dgm:pt modelId="{FE46DB0C-B2E2-4B3A-A892-1CF570D1DC67}" type="pres">
      <dgm:prSet presAssocID="{90881E34-2E55-45AD-8A64-23B473DF5553}" presName="thickLine" presStyleLbl="alignNode1" presStyleIdx="0" presStyleCnt="3"/>
      <dgm:spPr/>
    </dgm:pt>
    <dgm:pt modelId="{B867837B-AF43-40AE-A028-8DC17BDA2412}" type="pres">
      <dgm:prSet presAssocID="{90881E34-2E55-45AD-8A64-23B473DF5553}" presName="horz1" presStyleCnt="0"/>
      <dgm:spPr/>
    </dgm:pt>
    <dgm:pt modelId="{FAB94EA2-3C2F-4B9E-8A0D-2D95A3E42057}" type="pres">
      <dgm:prSet presAssocID="{90881E34-2E55-45AD-8A64-23B473DF5553}" presName="tx1" presStyleLbl="revTx" presStyleIdx="0" presStyleCnt="3"/>
      <dgm:spPr/>
    </dgm:pt>
    <dgm:pt modelId="{17FAD402-E0FB-45B1-9FFE-3DF214096630}" type="pres">
      <dgm:prSet presAssocID="{90881E34-2E55-45AD-8A64-23B473DF5553}" presName="vert1" presStyleCnt="0"/>
      <dgm:spPr/>
    </dgm:pt>
    <dgm:pt modelId="{2456B3CE-5C34-493D-9374-802822D1F8B5}" type="pres">
      <dgm:prSet presAssocID="{CC331284-04DE-40CD-B2C5-4BA90008AD85}" presName="thickLine" presStyleLbl="alignNode1" presStyleIdx="1" presStyleCnt="3"/>
      <dgm:spPr/>
    </dgm:pt>
    <dgm:pt modelId="{F1533235-9E58-41B9-AF27-31A97442FF56}" type="pres">
      <dgm:prSet presAssocID="{CC331284-04DE-40CD-B2C5-4BA90008AD85}" presName="horz1" presStyleCnt="0"/>
      <dgm:spPr/>
    </dgm:pt>
    <dgm:pt modelId="{FADCF6E5-79D3-45C1-A9D6-FF9A6AD408CB}" type="pres">
      <dgm:prSet presAssocID="{CC331284-04DE-40CD-B2C5-4BA90008AD85}" presName="tx1" presStyleLbl="revTx" presStyleIdx="1" presStyleCnt="3"/>
      <dgm:spPr/>
    </dgm:pt>
    <dgm:pt modelId="{41F64FA1-0D06-42A3-A04E-E8C182239884}" type="pres">
      <dgm:prSet presAssocID="{CC331284-04DE-40CD-B2C5-4BA90008AD85}" presName="vert1" presStyleCnt="0"/>
      <dgm:spPr/>
    </dgm:pt>
    <dgm:pt modelId="{DF1D8C6F-2678-4658-AB2D-28EFB9867828}" type="pres">
      <dgm:prSet presAssocID="{5F418DDA-D513-481A-A541-2394B6ADE916}" presName="thickLine" presStyleLbl="alignNode1" presStyleIdx="2" presStyleCnt="3"/>
      <dgm:spPr/>
    </dgm:pt>
    <dgm:pt modelId="{20B9CAA9-91C8-435E-B727-C662CEECC6AD}" type="pres">
      <dgm:prSet presAssocID="{5F418DDA-D513-481A-A541-2394B6ADE916}" presName="horz1" presStyleCnt="0"/>
      <dgm:spPr/>
    </dgm:pt>
    <dgm:pt modelId="{F8B86B2E-0E03-47AC-A646-B24E444EC61A}" type="pres">
      <dgm:prSet presAssocID="{5F418DDA-D513-481A-A541-2394B6ADE916}" presName="tx1" presStyleLbl="revTx" presStyleIdx="2" presStyleCnt="3"/>
      <dgm:spPr/>
    </dgm:pt>
    <dgm:pt modelId="{8217DF26-E011-440F-9262-6E68F9221E70}" type="pres">
      <dgm:prSet presAssocID="{5F418DDA-D513-481A-A541-2394B6ADE916}" presName="vert1" presStyleCnt="0"/>
      <dgm:spPr/>
    </dgm:pt>
  </dgm:ptLst>
  <dgm:cxnLst>
    <dgm:cxn modelId="{D3560E09-7A4A-4A5D-9059-4A288AC24C15}" srcId="{7D8F342E-567E-4289-915D-3366488FCA90}" destId="{90881E34-2E55-45AD-8A64-23B473DF5553}" srcOrd="0" destOrd="0" parTransId="{BC04C33C-A348-4483-9972-BEDEA7499D53}" sibTransId="{0F17A511-74D8-49E7-9A6E-94BDB81924EF}"/>
    <dgm:cxn modelId="{429B6A0A-0730-491D-9B32-11D9B6B84757}" srcId="{7D8F342E-567E-4289-915D-3366488FCA90}" destId="{CC331284-04DE-40CD-B2C5-4BA90008AD85}" srcOrd="1" destOrd="0" parTransId="{C14CA5CC-0E2C-4114-8839-8CCEA5B73DE5}" sibTransId="{57E7C527-8EF7-465B-9AF7-1F20B859B234}"/>
    <dgm:cxn modelId="{BD9CED13-4668-4582-9399-B21E7AD75E5F}" type="presOf" srcId="{7D8F342E-567E-4289-915D-3366488FCA90}" destId="{39FF1AFA-1D0D-4087-B402-5A115B824CF2}" srcOrd="0" destOrd="0" presId="urn:microsoft.com/office/officeart/2008/layout/LinedList"/>
    <dgm:cxn modelId="{AAC3AC75-1F05-44FD-9EFD-8E245BEFCF35}" srcId="{7D8F342E-567E-4289-915D-3366488FCA90}" destId="{5F418DDA-D513-481A-A541-2394B6ADE916}" srcOrd="2" destOrd="0" parTransId="{87892D1A-0436-4648-A850-7E9715080A9F}" sibTransId="{46FEE0DC-A270-4D5F-9DB1-70FCAB8AD818}"/>
    <dgm:cxn modelId="{CEF37380-818A-46F4-BCE3-723ECDDD17EF}" type="presOf" srcId="{CC331284-04DE-40CD-B2C5-4BA90008AD85}" destId="{FADCF6E5-79D3-45C1-A9D6-FF9A6AD408CB}" srcOrd="0" destOrd="0" presId="urn:microsoft.com/office/officeart/2008/layout/LinedList"/>
    <dgm:cxn modelId="{B9F661E9-2E3C-4619-B6DD-FDF6162B9240}" type="presOf" srcId="{90881E34-2E55-45AD-8A64-23B473DF5553}" destId="{FAB94EA2-3C2F-4B9E-8A0D-2D95A3E42057}" srcOrd="0" destOrd="0" presId="urn:microsoft.com/office/officeart/2008/layout/LinedList"/>
    <dgm:cxn modelId="{9F91AFFF-E2C2-4438-94D6-5F6B3DA381FF}" type="presOf" srcId="{5F418DDA-D513-481A-A541-2394B6ADE916}" destId="{F8B86B2E-0E03-47AC-A646-B24E444EC61A}" srcOrd="0" destOrd="0" presId="urn:microsoft.com/office/officeart/2008/layout/LinedList"/>
    <dgm:cxn modelId="{149E342D-EE7F-4BD2-91F3-77437D9212D4}" type="presParOf" srcId="{39FF1AFA-1D0D-4087-B402-5A115B824CF2}" destId="{FE46DB0C-B2E2-4B3A-A892-1CF570D1DC67}" srcOrd="0" destOrd="0" presId="urn:microsoft.com/office/officeart/2008/layout/LinedList"/>
    <dgm:cxn modelId="{82519DCA-12E7-4F8B-914C-82C099DEB753}" type="presParOf" srcId="{39FF1AFA-1D0D-4087-B402-5A115B824CF2}" destId="{B867837B-AF43-40AE-A028-8DC17BDA2412}" srcOrd="1" destOrd="0" presId="urn:microsoft.com/office/officeart/2008/layout/LinedList"/>
    <dgm:cxn modelId="{176686C7-4EDD-441A-A812-3EF3FC56AEBE}" type="presParOf" srcId="{B867837B-AF43-40AE-A028-8DC17BDA2412}" destId="{FAB94EA2-3C2F-4B9E-8A0D-2D95A3E42057}" srcOrd="0" destOrd="0" presId="urn:microsoft.com/office/officeart/2008/layout/LinedList"/>
    <dgm:cxn modelId="{7188682F-8AC0-49A3-8AFA-030F1A0E1691}" type="presParOf" srcId="{B867837B-AF43-40AE-A028-8DC17BDA2412}" destId="{17FAD402-E0FB-45B1-9FFE-3DF214096630}" srcOrd="1" destOrd="0" presId="urn:microsoft.com/office/officeart/2008/layout/LinedList"/>
    <dgm:cxn modelId="{7E2A1BEF-D1BC-4FE5-8376-353858F607EC}" type="presParOf" srcId="{39FF1AFA-1D0D-4087-B402-5A115B824CF2}" destId="{2456B3CE-5C34-493D-9374-802822D1F8B5}" srcOrd="2" destOrd="0" presId="urn:microsoft.com/office/officeart/2008/layout/LinedList"/>
    <dgm:cxn modelId="{64E7E25F-16DB-44F7-AC38-DB644F9B7A09}" type="presParOf" srcId="{39FF1AFA-1D0D-4087-B402-5A115B824CF2}" destId="{F1533235-9E58-41B9-AF27-31A97442FF56}" srcOrd="3" destOrd="0" presId="urn:microsoft.com/office/officeart/2008/layout/LinedList"/>
    <dgm:cxn modelId="{8CA0CD0F-9F8F-49F2-B665-417F9D6E23FB}" type="presParOf" srcId="{F1533235-9E58-41B9-AF27-31A97442FF56}" destId="{FADCF6E5-79D3-45C1-A9D6-FF9A6AD408CB}" srcOrd="0" destOrd="0" presId="urn:microsoft.com/office/officeart/2008/layout/LinedList"/>
    <dgm:cxn modelId="{1591EC73-E98B-41A4-8BFA-A8559B3298A6}" type="presParOf" srcId="{F1533235-9E58-41B9-AF27-31A97442FF56}" destId="{41F64FA1-0D06-42A3-A04E-E8C182239884}" srcOrd="1" destOrd="0" presId="urn:microsoft.com/office/officeart/2008/layout/LinedList"/>
    <dgm:cxn modelId="{05FD2905-1066-463E-9574-F3425F3EBBDE}" type="presParOf" srcId="{39FF1AFA-1D0D-4087-B402-5A115B824CF2}" destId="{DF1D8C6F-2678-4658-AB2D-28EFB9867828}" srcOrd="4" destOrd="0" presId="urn:microsoft.com/office/officeart/2008/layout/LinedList"/>
    <dgm:cxn modelId="{019383C0-9440-4FE2-8717-CF33FB936FE5}" type="presParOf" srcId="{39FF1AFA-1D0D-4087-B402-5A115B824CF2}" destId="{20B9CAA9-91C8-435E-B727-C662CEECC6AD}" srcOrd="5" destOrd="0" presId="urn:microsoft.com/office/officeart/2008/layout/LinedList"/>
    <dgm:cxn modelId="{14DE827F-B5F4-4F48-B936-1311D88BD8CC}" type="presParOf" srcId="{20B9CAA9-91C8-435E-B727-C662CEECC6AD}" destId="{F8B86B2E-0E03-47AC-A646-B24E444EC61A}" srcOrd="0" destOrd="0" presId="urn:microsoft.com/office/officeart/2008/layout/LinedList"/>
    <dgm:cxn modelId="{4F0B3730-BF43-4BDD-BFAD-801665663A9B}" type="presParOf" srcId="{20B9CAA9-91C8-435E-B727-C662CEECC6AD}" destId="{8217DF26-E011-440F-9262-6E68F9221E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F14A87D-1A51-478C-B137-14CA068C89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C0452BD-0F93-48F8-8183-00382ED651B6}">
      <dgm:prSet/>
      <dgm:spPr/>
      <dgm:t>
        <a:bodyPr/>
        <a:lstStyle/>
        <a:p>
          <a:pPr rtl="0"/>
          <a:r>
            <a:rPr lang="en-US">
              <a:latin typeface="Calibri"/>
            </a:rPr>
            <a:t>SVM</a:t>
          </a:r>
          <a:r>
            <a:rPr lang="en-US"/>
            <a:t> was best overall performer.</a:t>
          </a:r>
        </a:p>
      </dgm:t>
    </dgm:pt>
    <dgm:pt modelId="{1E6C4CF4-8803-456E-AD19-F8FCF79A3586}" type="parTrans" cxnId="{BC7D8F11-5E76-4BBF-9512-44F88F9881C0}">
      <dgm:prSet/>
      <dgm:spPr/>
      <dgm:t>
        <a:bodyPr/>
        <a:lstStyle/>
        <a:p>
          <a:endParaRPr lang="en-US"/>
        </a:p>
      </dgm:t>
    </dgm:pt>
    <dgm:pt modelId="{376F10A2-7817-4FBA-8B1C-1F5F2C82F9ED}" type="sibTrans" cxnId="{BC7D8F11-5E76-4BBF-9512-44F88F9881C0}">
      <dgm:prSet/>
      <dgm:spPr/>
      <dgm:t>
        <a:bodyPr/>
        <a:lstStyle/>
        <a:p>
          <a:endParaRPr lang="en-US"/>
        </a:p>
      </dgm:t>
    </dgm:pt>
    <dgm:pt modelId="{49E7FB45-B86B-43D6-A947-2654F5C2FF1E}">
      <dgm:prSet/>
      <dgm:spPr/>
      <dgm:t>
        <a:bodyPr/>
        <a:lstStyle/>
        <a:p>
          <a:r>
            <a:rPr lang="en-US"/>
            <a:t>Predictive modeling supports data-driven education.</a:t>
          </a:r>
        </a:p>
      </dgm:t>
    </dgm:pt>
    <dgm:pt modelId="{E7EF6FB6-345F-48D5-8978-710E1E4EFEAF}" type="parTrans" cxnId="{5416EC3E-5188-480F-8904-4BAE7F0F1E6D}">
      <dgm:prSet/>
      <dgm:spPr/>
      <dgm:t>
        <a:bodyPr/>
        <a:lstStyle/>
        <a:p>
          <a:endParaRPr lang="en-US"/>
        </a:p>
      </dgm:t>
    </dgm:pt>
    <dgm:pt modelId="{1CF51395-3D8A-410A-9C8F-AD49AD0EF626}" type="sibTrans" cxnId="{5416EC3E-5188-480F-8904-4BAE7F0F1E6D}">
      <dgm:prSet/>
      <dgm:spPr/>
      <dgm:t>
        <a:bodyPr/>
        <a:lstStyle/>
        <a:p>
          <a:endParaRPr lang="en-US"/>
        </a:p>
      </dgm:t>
    </dgm:pt>
    <dgm:pt modelId="{CE2A4DD5-F89B-4828-9C82-D52E75655B5B}">
      <dgm:prSet/>
      <dgm:spPr/>
      <dgm:t>
        <a:bodyPr/>
        <a:lstStyle/>
        <a:p>
          <a:r>
            <a:rPr lang="en-US"/>
            <a:t>Scope for continuous model updates and scaling.</a:t>
          </a:r>
        </a:p>
      </dgm:t>
    </dgm:pt>
    <dgm:pt modelId="{FC0D5AE8-179F-4A9E-A94B-E3136F9B08E4}" type="parTrans" cxnId="{5A3E0D45-0041-477A-BCE7-F5455C4D7499}">
      <dgm:prSet/>
      <dgm:spPr/>
      <dgm:t>
        <a:bodyPr/>
        <a:lstStyle/>
        <a:p>
          <a:endParaRPr lang="en-US"/>
        </a:p>
      </dgm:t>
    </dgm:pt>
    <dgm:pt modelId="{E735FD8A-2CBA-4252-93EF-573A3F6EB6D0}" type="sibTrans" cxnId="{5A3E0D45-0041-477A-BCE7-F5455C4D7499}">
      <dgm:prSet/>
      <dgm:spPr/>
      <dgm:t>
        <a:bodyPr/>
        <a:lstStyle/>
        <a:p>
          <a:endParaRPr lang="en-US"/>
        </a:p>
      </dgm:t>
    </dgm:pt>
    <dgm:pt modelId="{6675C4A7-1C12-4E6A-BA27-71A57FAB3A30}" type="pres">
      <dgm:prSet presAssocID="{1F14A87D-1A51-478C-B137-14CA068C8905}" presName="root" presStyleCnt="0">
        <dgm:presLayoutVars>
          <dgm:dir/>
          <dgm:resizeHandles val="exact"/>
        </dgm:presLayoutVars>
      </dgm:prSet>
      <dgm:spPr/>
    </dgm:pt>
    <dgm:pt modelId="{A037DDCB-CEF0-44D4-B982-3093D3B6FF3C}" type="pres">
      <dgm:prSet presAssocID="{4C0452BD-0F93-48F8-8183-00382ED651B6}" presName="compNode" presStyleCnt="0"/>
      <dgm:spPr/>
    </dgm:pt>
    <dgm:pt modelId="{1DACA41E-F1FE-48F7-899B-326C3709FCB3}" type="pres">
      <dgm:prSet presAssocID="{4C0452BD-0F93-48F8-8183-00382ED651B6}" presName="bgRect" presStyleLbl="bgShp" presStyleIdx="0" presStyleCnt="3"/>
      <dgm:spPr/>
    </dgm:pt>
    <dgm:pt modelId="{44EE4D46-38AD-40F9-A045-CDD4D0B708CB}" type="pres">
      <dgm:prSet presAssocID="{4C0452BD-0F93-48F8-8183-00382ED651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79F18E47-06EA-4112-BB8C-3FE0E81B48C3}" type="pres">
      <dgm:prSet presAssocID="{4C0452BD-0F93-48F8-8183-00382ED651B6}" presName="spaceRect" presStyleCnt="0"/>
      <dgm:spPr/>
    </dgm:pt>
    <dgm:pt modelId="{C46011A8-5CE7-44A2-A8A4-F03C1C3893FC}" type="pres">
      <dgm:prSet presAssocID="{4C0452BD-0F93-48F8-8183-00382ED651B6}" presName="parTx" presStyleLbl="revTx" presStyleIdx="0" presStyleCnt="3">
        <dgm:presLayoutVars>
          <dgm:chMax val="0"/>
          <dgm:chPref val="0"/>
        </dgm:presLayoutVars>
      </dgm:prSet>
      <dgm:spPr/>
    </dgm:pt>
    <dgm:pt modelId="{9AAD9F7A-F177-4A9E-8B58-647F6F8D9DF1}" type="pres">
      <dgm:prSet presAssocID="{376F10A2-7817-4FBA-8B1C-1F5F2C82F9ED}" presName="sibTrans" presStyleCnt="0"/>
      <dgm:spPr/>
    </dgm:pt>
    <dgm:pt modelId="{C0336CBA-0ECE-4B95-B3AF-67D4558BE469}" type="pres">
      <dgm:prSet presAssocID="{49E7FB45-B86B-43D6-A947-2654F5C2FF1E}" presName="compNode" presStyleCnt="0"/>
      <dgm:spPr/>
    </dgm:pt>
    <dgm:pt modelId="{F057D39C-F294-4605-8439-5443B66FC813}" type="pres">
      <dgm:prSet presAssocID="{49E7FB45-B86B-43D6-A947-2654F5C2FF1E}" presName="bgRect" presStyleLbl="bgShp" presStyleIdx="1" presStyleCnt="3"/>
      <dgm:spPr/>
    </dgm:pt>
    <dgm:pt modelId="{CDA22567-FF39-4034-9E29-C58847A6C1BE}" type="pres">
      <dgm:prSet presAssocID="{49E7FB45-B86B-43D6-A947-2654F5C2FF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62F3F91-EEAE-49E2-B860-DE712DA95E40}" type="pres">
      <dgm:prSet presAssocID="{49E7FB45-B86B-43D6-A947-2654F5C2FF1E}" presName="spaceRect" presStyleCnt="0"/>
      <dgm:spPr/>
    </dgm:pt>
    <dgm:pt modelId="{CB3B9D50-5907-446B-9030-D114CA44DB2C}" type="pres">
      <dgm:prSet presAssocID="{49E7FB45-B86B-43D6-A947-2654F5C2FF1E}" presName="parTx" presStyleLbl="revTx" presStyleIdx="1" presStyleCnt="3">
        <dgm:presLayoutVars>
          <dgm:chMax val="0"/>
          <dgm:chPref val="0"/>
        </dgm:presLayoutVars>
      </dgm:prSet>
      <dgm:spPr/>
    </dgm:pt>
    <dgm:pt modelId="{3051D72B-84DB-47C6-ADBB-5DB0D5D9AE96}" type="pres">
      <dgm:prSet presAssocID="{1CF51395-3D8A-410A-9C8F-AD49AD0EF626}" presName="sibTrans" presStyleCnt="0"/>
      <dgm:spPr/>
    </dgm:pt>
    <dgm:pt modelId="{BA132FB8-5528-451A-AA62-CF0777D86401}" type="pres">
      <dgm:prSet presAssocID="{CE2A4DD5-F89B-4828-9C82-D52E75655B5B}" presName="compNode" presStyleCnt="0"/>
      <dgm:spPr/>
    </dgm:pt>
    <dgm:pt modelId="{21BCD50E-0C73-490A-9DB7-6136FDBE8FD3}" type="pres">
      <dgm:prSet presAssocID="{CE2A4DD5-F89B-4828-9C82-D52E75655B5B}" presName="bgRect" presStyleLbl="bgShp" presStyleIdx="2" presStyleCnt="3"/>
      <dgm:spPr/>
    </dgm:pt>
    <dgm:pt modelId="{1521FBFA-4CE0-4925-9D5D-7EE8976E8484}" type="pres">
      <dgm:prSet presAssocID="{CE2A4DD5-F89B-4828-9C82-D52E75655B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220CA52-754C-46A8-A067-303AB1C8952C}" type="pres">
      <dgm:prSet presAssocID="{CE2A4DD5-F89B-4828-9C82-D52E75655B5B}" presName="spaceRect" presStyleCnt="0"/>
      <dgm:spPr/>
    </dgm:pt>
    <dgm:pt modelId="{1D5C11D2-2136-4CEF-B15E-3A0E0D5665D0}" type="pres">
      <dgm:prSet presAssocID="{CE2A4DD5-F89B-4828-9C82-D52E75655B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C7D8F11-5E76-4BBF-9512-44F88F9881C0}" srcId="{1F14A87D-1A51-478C-B137-14CA068C8905}" destId="{4C0452BD-0F93-48F8-8183-00382ED651B6}" srcOrd="0" destOrd="0" parTransId="{1E6C4CF4-8803-456E-AD19-F8FCF79A3586}" sibTransId="{376F10A2-7817-4FBA-8B1C-1F5F2C82F9ED}"/>
    <dgm:cxn modelId="{06178C17-72A8-4610-8ADC-8B21BE632910}" type="presOf" srcId="{CE2A4DD5-F89B-4828-9C82-D52E75655B5B}" destId="{1D5C11D2-2136-4CEF-B15E-3A0E0D5665D0}" srcOrd="0" destOrd="0" presId="urn:microsoft.com/office/officeart/2018/2/layout/IconVerticalSolidList"/>
    <dgm:cxn modelId="{5416EC3E-5188-480F-8904-4BAE7F0F1E6D}" srcId="{1F14A87D-1A51-478C-B137-14CA068C8905}" destId="{49E7FB45-B86B-43D6-A947-2654F5C2FF1E}" srcOrd="1" destOrd="0" parTransId="{E7EF6FB6-345F-48D5-8978-710E1E4EFEAF}" sibTransId="{1CF51395-3D8A-410A-9C8F-AD49AD0EF626}"/>
    <dgm:cxn modelId="{5A3E0D45-0041-477A-BCE7-F5455C4D7499}" srcId="{1F14A87D-1A51-478C-B137-14CA068C8905}" destId="{CE2A4DD5-F89B-4828-9C82-D52E75655B5B}" srcOrd="2" destOrd="0" parTransId="{FC0D5AE8-179F-4A9E-A94B-E3136F9B08E4}" sibTransId="{E735FD8A-2CBA-4252-93EF-573A3F6EB6D0}"/>
    <dgm:cxn modelId="{48D62289-A897-45FF-A075-D9FEF009B614}" type="presOf" srcId="{49E7FB45-B86B-43D6-A947-2654F5C2FF1E}" destId="{CB3B9D50-5907-446B-9030-D114CA44DB2C}" srcOrd="0" destOrd="0" presId="urn:microsoft.com/office/officeart/2018/2/layout/IconVerticalSolidList"/>
    <dgm:cxn modelId="{1E236DE9-7C20-425C-A6FF-32A84D8E78C5}" type="presOf" srcId="{1F14A87D-1A51-478C-B137-14CA068C8905}" destId="{6675C4A7-1C12-4E6A-BA27-71A57FAB3A30}" srcOrd="0" destOrd="0" presId="urn:microsoft.com/office/officeart/2018/2/layout/IconVerticalSolidList"/>
    <dgm:cxn modelId="{377483F2-4A78-4AA9-90F8-631AAA98419A}" type="presOf" srcId="{4C0452BD-0F93-48F8-8183-00382ED651B6}" destId="{C46011A8-5CE7-44A2-A8A4-F03C1C3893FC}" srcOrd="0" destOrd="0" presId="urn:microsoft.com/office/officeart/2018/2/layout/IconVerticalSolidList"/>
    <dgm:cxn modelId="{10B5C651-4056-4799-BB75-B071DA955D99}" type="presParOf" srcId="{6675C4A7-1C12-4E6A-BA27-71A57FAB3A30}" destId="{A037DDCB-CEF0-44D4-B982-3093D3B6FF3C}" srcOrd="0" destOrd="0" presId="urn:microsoft.com/office/officeart/2018/2/layout/IconVerticalSolidList"/>
    <dgm:cxn modelId="{123F1E90-702B-4491-B4C6-6EF84F5047E8}" type="presParOf" srcId="{A037DDCB-CEF0-44D4-B982-3093D3B6FF3C}" destId="{1DACA41E-F1FE-48F7-899B-326C3709FCB3}" srcOrd="0" destOrd="0" presId="urn:microsoft.com/office/officeart/2018/2/layout/IconVerticalSolidList"/>
    <dgm:cxn modelId="{26E551C9-A6D6-4E59-BAB4-1AC2C3FADC14}" type="presParOf" srcId="{A037DDCB-CEF0-44D4-B982-3093D3B6FF3C}" destId="{44EE4D46-38AD-40F9-A045-CDD4D0B708CB}" srcOrd="1" destOrd="0" presId="urn:microsoft.com/office/officeart/2018/2/layout/IconVerticalSolidList"/>
    <dgm:cxn modelId="{366BD4F7-9CF7-4467-9976-EB951483AD58}" type="presParOf" srcId="{A037DDCB-CEF0-44D4-B982-3093D3B6FF3C}" destId="{79F18E47-06EA-4112-BB8C-3FE0E81B48C3}" srcOrd="2" destOrd="0" presId="urn:microsoft.com/office/officeart/2018/2/layout/IconVerticalSolidList"/>
    <dgm:cxn modelId="{227E9063-25A9-43B2-82BD-A8FA45E56487}" type="presParOf" srcId="{A037DDCB-CEF0-44D4-B982-3093D3B6FF3C}" destId="{C46011A8-5CE7-44A2-A8A4-F03C1C3893FC}" srcOrd="3" destOrd="0" presId="urn:microsoft.com/office/officeart/2018/2/layout/IconVerticalSolidList"/>
    <dgm:cxn modelId="{7E826827-0F79-4B23-A861-54357D06CD45}" type="presParOf" srcId="{6675C4A7-1C12-4E6A-BA27-71A57FAB3A30}" destId="{9AAD9F7A-F177-4A9E-8B58-647F6F8D9DF1}" srcOrd="1" destOrd="0" presId="urn:microsoft.com/office/officeart/2018/2/layout/IconVerticalSolidList"/>
    <dgm:cxn modelId="{3BA4261F-FB63-4BE8-B733-F5B412FAF49B}" type="presParOf" srcId="{6675C4A7-1C12-4E6A-BA27-71A57FAB3A30}" destId="{C0336CBA-0ECE-4B95-B3AF-67D4558BE469}" srcOrd="2" destOrd="0" presId="urn:microsoft.com/office/officeart/2018/2/layout/IconVerticalSolidList"/>
    <dgm:cxn modelId="{C7FC626F-3139-44A0-8796-8AB9986259AA}" type="presParOf" srcId="{C0336CBA-0ECE-4B95-B3AF-67D4558BE469}" destId="{F057D39C-F294-4605-8439-5443B66FC813}" srcOrd="0" destOrd="0" presId="urn:microsoft.com/office/officeart/2018/2/layout/IconVerticalSolidList"/>
    <dgm:cxn modelId="{0C8357CF-6A5D-4DCE-96C2-1851DBC8EB78}" type="presParOf" srcId="{C0336CBA-0ECE-4B95-B3AF-67D4558BE469}" destId="{CDA22567-FF39-4034-9E29-C58847A6C1BE}" srcOrd="1" destOrd="0" presId="urn:microsoft.com/office/officeart/2018/2/layout/IconVerticalSolidList"/>
    <dgm:cxn modelId="{DCD41150-F4CF-4A24-B87A-F28FDC6B6667}" type="presParOf" srcId="{C0336CBA-0ECE-4B95-B3AF-67D4558BE469}" destId="{662F3F91-EEAE-49E2-B860-DE712DA95E40}" srcOrd="2" destOrd="0" presId="urn:microsoft.com/office/officeart/2018/2/layout/IconVerticalSolidList"/>
    <dgm:cxn modelId="{356DA9A1-FF55-41CC-811D-D4501D8B8D72}" type="presParOf" srcId="{C0336CBA-0ECE-4B95-B3AF-67D4558BE469}" destId="{CB3B9D50-5907-446B-9030-D114CA44DB2C}" srcOrd="3" destOrd="0" presId="urn:microsoft.com/office/officeart/2018/2/layout/IconVerticalSolidList"/>
    <dgm:cxn modelId="{F02D1233-563C-4DA6-A3DA-D98B92731352}" type="presParOf" srcId="{6675C4A7-1C12-4E6A-BA27-71A57FAB3A30}" destId="{3051D72B-84DB-47C6-ADBB-5DB0D5D9AE96}" srcOrd="3" destOrd="0" presId="urn:microsoft.com/office/officeart/2018/2/layout/IconVerticalSolidList"/>
    <dgm:cxn modelId="{4BF1B440-043B-4317-ABB5-7FE7C73D51EF}" type="presParOf" srcId="{6675C4A7-1C12-4E6A-BA27-71A57FAB3A30}" destId="{BA132FB8-5528-451A-AA62-CF0777D86401}" srcOrd="4" destOrd="0" presId="urn:microsoft.com/office/officeart/2018/2/layout/IconVerticalSolidList"/>
    <dgm:cxn modelId="{4B618420-CF91-4AD1-9293-3343CFFE5C2D}" type="presParOf" srcId="{BA132FB8-5528-451A-AA62-CF0777D86401}" destId="{21BCD50E-0C73-490A-9DB7-6136FDBE8FD3}" srcOrd="0" destOrd="0" presId="urn:microsoft.com/office/officeart/2018/2/layout/IconVerticalSolidList"/>
    <dgm:cxn modelId="{E724A528-AAEA-498B-9F95-C4EBED2C117A}" type="presParOf" srcId="{BA132FB8-5528-451A-AA62-CF0777D86401}" destId="{1521FBFA-4CE0-4925-9D5D-7EE8976E8484}" srcOrd="1" destOrd="0" presId="urn:microsoft.com/office/officeart/2018/2/layout/IconVerticalSolidList"/>
    <dgm:cxn modelId="{6940689A-77D8-4563-858C-7A4A4A06CDDF}" type="presParOf" srcId="{BA132FB8-5528-451A-AA62-CF0777D86401}" destId="{9220CA52-754C-46A8-A067-303AB1C8952C}" srcOrd="2" destOrd="0" presId="urn:microsoft.com/office/officeart/2018/2/layout/IconVerticalSolidList"/>
    <dgm:cxn modelId="{44170EBD-C9E2-4E37-B462-75ED14718270}" type="presParOf" srcId="{BA132FB8-5528-451A-AA62-CF0777D86401}" destId="{1D5C11D2-2136-4CEF-B15E-3A0E0D5665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C6FD80F-1BA8-470C-8836-8969E7525A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BC1D968-72D0-4E30-9FDB-72CE1FB5A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Thank you for your attention!</a:t>
          </a:r>
        </a:p>
      </dgm:t>
    </dgm:pt>
    <dgm:pt modelId="{4E0B2E99-3F5A-406D-BECE-6F851563976B}" type="parTrans" cxnId="{7D052F9C-72E2-40FE-B596-FEE3548BCCD6}">
      <dgm:prSet/>
      <dgm:spPr/>
      <dgm:t>
        <a:bodyPr/>
        <a:lstStyle/>
        <a:p>
          <a:endParaRPr lang="en-US"/>
        </a:p>
      </dgm:t>
    </dgm:pt>
    <dgm:pt modelId="{19338BBF-8F8A-457B-89DC-8DDA1C57A5E4}" type="sibTrans" cxnId="{7D052F9C-72E2-40FE-B596-FEE3548BCCD6}">
      <dgm:prSet/>
      <dgm:spPr/>
      <dgm:t>
        <a:bodyPr/>
        <a:lstStyle/>
        <a:p>
          <a:endParaRPr lang="en-US"/>
        </a:p>
      </dgm:t>
    </dgm:pt>
    <dgm:pt modelId="{02EBD1C6-765B-40EF-AE76-2CC9661052F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</a:rPr>
            <a:t>- We welcome your questions.</a:t>
          </a:r>
          <a:endParaRPr lang="en-US"/>
        </a:p>
      </dgm:t>
    </dgm:pt>
    <dgm:pt modelId="{0954F401-B214-4605-A63D-EBD14A6B65D2}" type="parTrans" cxnId="{66D1BED3-31EF-4FBA-A024-08263558AA5D}">
      <dgm:prSet/>
      <dgm:spPr/>
    </dgm:pt>
    <dgm:pt modelId="{05DF1D8F-F28B-4337-82D8-25F9708A6292}" type="sibTrans" cxnId="{66D1BED3-31EF-4FBA-A024-08263558AA5D}">
      <dgm:prSet/>
      <dgm:spPr/>
    </dgm:pt>
    <dgm:pt modelId="{50948E51-5A51-43CB-821E-0F814152CE4A}" type="pres">
      <dgm:prSet presAssocID="{8C6FD80F-1BA8-470C-8836-8969E7525A04}" presName="root" presStyleCnt="0">
        <dgm:presLayoutVars>
          <dgm:dir/>
          <dgm:resizeHandles val="exact"/>
        </dgm:presLayoutVars>
      </dgm:prSet>
      <dgm:spPr/>
    </dgm:pt>
    <dgm:pt modelId="{FE1DBF59-5FED-4AAD-8042-741EEEBB01D1}" type="pres">
      <dgm:prSet presAssocID="{2BC1D968-72D0-4E30-9FDB-72CE1FB5A64F}" presName="compNode" presStyleCnt="0"/>
      <dgm:spPr/>
    </dgm:pt>
    <dgm:pt modelId="{FECC352A-E844-40AA-B8AC-87C8178390A4}" type="pres">
      <dgm:prSet presAssocID="{2BC1D968-72D0-4E30-9FDB-72CE1FB5A64F}" presName="bgRect" presStyleLbl="bgShp" presStyleIdx="0" presStyleCnt="2"/>
      <dgm:spPr/>
    </dgm:pt>
    <dgm:pt modelId="{5518030C-8B44-4931-A8CF-1C0A684A66C7}" type="pres">
      <dgm:prSet presAssocID="{2BC1D968-72D0-4E30-9FDB-72CE1FB5A6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688D972-92EA-4269-8549-E41B68D15263}" type="pres">
      <dgm:prSet presAssocID="{2BC1D968-72D0-4E30-9FDB-72CE1FB5A64F}" presName="spaceRect" presStyleCnt="0"/>
      <dgm:spPr/>
    </dgm:pt>
    <dgm:pt modelId="{0971DCBC-8208-4972-9ACA-894573BA4217}" type="pres">
      <dgm:prSet presAssocID="{2BC1D968-72D0-4E30-9FDB-72CE1FB5A64F}" presName="parTx" presStyleLbl="revTx" presStyleIdx="0" presStyleCnt="2">
        <dgm:presLayoutVars>
          <dgm:chMax val="0"/>
          <dgm:chPref val="0"/>
        </dgm:presLayoutVars>
      </dgm:prSet>
      <dgm:spPr/>
    </dgm:pt>
    <dgm:pt modelId="{C8E46C5A-A9B8-4AD4-97F4-948DC1B88125}" type="pres">
      <dgm:prSet presAssocID="{19338BBF-8F8A-457B-89DC-8DDA1C57A5E4}" presName="sibTrans" presStyleCnt="0"/>
      <dgm:spPr/>
    </dgm:pt>
    <dgm:pt modelId="{12B527EF-5606-4510-A666-5652EE62131C}" type="pres">
      <dgm:prSet presAssocID="{02EBD1C6-765B-40EF-AE76-2CC9661052F8}" presName="compNode" presStyleCnt="0"/>
      <dgm:spPr/>
    </dgm:pt>
    <dgm:pt modelId="{5FFF201D-EA7F-4746-BFE8-FE042BBE20B9}" type="pres">
      <dgm:prSet presAssocID="{02EBD1C6-765B-40EF-AE76-2CC9661052F8}" presName="bgRect" presStyleLbl="bgShp" presStyleIdx="1" presStyleCnt="2"/>
      <dgm:spPr/>
    </dgm:pt>
    <dgm:pt modelId="{76FE71BF-4276-40BD-B720-7BDF63C206F9}" type="pres">
      <dgm:prSet presAssocID="{02EBD1C6-765B-40EF-AE76-2CC9661052F8}" presName="iconRect" presStyleLbl="node1" presStyleIdx="1" presStyleCnt="2"/>
      <dgm:spPr/>
    </dgm:pt>
    <dgm:pt modelId="{A949D674-9B1E-4542-A4E3-B4A80ACEB006}" type="pres">
      <dgm:prSet presAssocID="{02EBD1C6-765B-40EF-AE76-2CC9661052F8}" presName="spaceRect" presStyleCnt="0"/>
      <dgm:spPr/>
    </dgm:pt>
    <dgm:pt modelId="{4C2878AC-7284-445E-8D4A-3D03FE6C44F4}" type="pres">
      <dgm:prSet presAssocID="{02EBD1C6-765B-40EF-AE76-2CC9661052F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C40466-B108-4FCC-90E6-984ACA3FDA97}" type="presOf" srcId="{8C6FD80F-1BA8-470C-8836-8969E7525A04}" destId="{50948E51-5A51-43CB-821E-0F814152CE4A}" srcOrd="0" destOrd="0" presId="urn:microsoft.com/office/officeart/2018/2/layout/IconVerticalSolidList"/>
    <dgm:cxn modelId="{3A70A08B-DB25-4D9C-9C77-0D2026C7B3CE}" type="presOf" srcId="{02EBD1C6-765B-40EF-AE76-2CC9661052F8}" destId="{4C2878AC-7284-445E-8D4A-3D03FE6C44F4}" srcOrd="0" destOrd="0" presId="urn:microsoft.com/office/officeart/2018/2/layout/IconVerticalSolidList"/>
    <dgm:cxn modelId="{7D052F9C-72E2-40FE-B596-FEE3548BCCD6}" srcId="{8C6FD80F-1BA8-470C-8836-8969E7525A04}" destId="{2BC1D968-72D0-4E30-9FDB-72CE1FB5A64F}" srcOrd="0" destOrd="0" parTransId="{4E0B2E99-3F5A-406D-BECE-6F851563976B}" sibTransId="{19338BBF-8F8A-457B-89DC-8DDA1C57A5E4}"/>
    <dgm:cxn modelId="{66D1BED3-31EF-4FBA-A024-08263558AA5D}" srcId="{8C6FD80F-1BA8-470C-8836-8969E7525A04}" destId="{02EBD1C6-765B-40EF-AE76-2CC9661052F8}" srcOrd="1" destOrd="0" parTransId="{0954F401-B214-4605-A63D-EBD14A6B65D2}" sibTransId="{05DF1D8F-F28B-4337-82D8-25F9708A6292}"/>
    <dgm:cxn modelId="{751D8CD8-E349-4D63-8DD5-9CB007C35DFF}" type="presOf" srcId="{2BC1D968-72D0-4E30-9FDB-72CE1FB5A64F}" destId="{0971DCBC-8208-4972-9ACA-894573BA4217}" srcOrd="0" destOrd="0" presId="urn:microsoft.com/office/officeart/2018/2/layout/IconVerticalSolidList"/>
    <dgm:cxn modelId="{FB4E0293-9616-46D0-A405-781771483E2F}" type="presParOf" srcId="{50948E51-5A51-43CB-821E-0F814152CE4A}" destId="{FE1DBF59-5FED-4AAD-8042-741EEEBB01D1}" srcOrd="0" destOrd="0" presId="urn:microsoft.com/office/officeart/2018/2/layout/IconVerticalSolidList"/>
    <dgm:cxn modelId="{30E1BB49-F7F9-4F0E-8EDF-CAFC9736CD7D}" type="presParOf" srcId="{FE1DBF59-5FED-4AAD-8042-741EEEBB01D1}" destId="{FECC352A-E844-40AA-B8AC-87C8178390A4}" srcOrd="0" destOrd="0" presId="urn:microsoft.com/office/officeart/2018/2/layout/IconVerticalSolidList"/>
    <dgm:cxn modelId="{55902E78-DD04-457D-8C37-4F6FE4061207}" type="presParOf" srcId="{FE1DBF59-5FED-4AAD-8042-741EEEBB01D1}" destId="{5518030C-8B44-4931-A8CF-1C0A684A66C7}" srcOrd="1" destOrd="0" presId="urn:microsoft.com/office/officeart/2018/2/layout/IconVerticalSolidList"/>
    <dgm:cxn modelId="{3D7EB132-B3B2-4884-91D8-0D75F0BF1127}" type="presParOf" srcId="{FE1DBF59-5FED-4AAD-8042-741EEEBB01D1}" destId="{7688D972-92EA-4269-8549-E41B68D15263}" srcOrd="2" destOrd="0" presId="urn:microsoft.com/office/officeart/2018/2/layout/IconVerticalSolidList"/>
    <dgm:cxn modelId="{83F89D88-1FAD-4144-AAE6-86BD76ABAF80}" type="presParOf" srcId="{FE1DBF59-5FED-4AAD-8042-741EEEBB01D1}" destId="{0971DCBC-8208-4972-9ACA-894573BA4217}" srcOrd="3" destOrd="0" presId="urn:microsoft.com/office/officeart/2018/2/layout/IconVerticalSolidList"/>
    <dgm:cxn modelId="{1CE7CADB-84F3-4C0B-A2B2-AF9A4F0D6FD4}" type="presParOf" srcId="{50948E51-5A51-43CB-821E-0F814152CE4A}" destId="{C8E46C5A-A9B8-4AD4-97F4-948DC1B88125}" srcOrd="1" destOrd="0" presId="urn:microsoft.com/office/officeart/2018/2/layout/IconVerticalSolidList"/>
    <dgm:cxn modelId="{8D753B75-671E-4D53-B57E-DB7D3C0892CB}" type="presParOf" srcId="{50948E51-5A51-43CB-821E-0F814152CE4A}" destId="{12B527EF-5606-4510-A666-5652EE62131C}" srcOrd="2" destOrd="0" presId="urn:microsoft.com/office/officeart/2018/2/layout/IconVerticalSolidList"/>
    <dgm:cxn modelId="{33CE7F00-E040-46E6-9BAB-7B57B3F228EE}" type="presParOf" srcId="{12B527EF-5606-4510-A666-5652EE62131C}" destId="{5FFF201D-EA7F-4746-BFE8-FE042BBE20B9}" srcOrd="0" destOrd="0" presId="urn:microsoft.com/office/officeart/2018/2/layout/IconVerticalSolidList"/>
    <dgm:cxn modelId="{3C106464-F3E7-43D9-960F-A71CB84E9129}" type="presParOf" srcId="{12B527EF-5606-4510-A666-5652EE62131C}" destId="{76FE71BF-4276-40BD-B720-7BDF63C206F9}" srcOrd="1" destOrd="0" presId="urn:microsoft.com/office/officeart/2018/2/layout/IconVerticalSolidList"/>
    <dgm:cxn modelId="{7D3ECA38-1AA2-4B70-B585-AEA011EFE304}" type="presParOf" srcId="{12B527EF-5606-4510-A666-5652EE62131C}" destId="{A949D674-9B1E-4542-A4E3-B4A80ACEB006}" srcOrd="2" destOrd="0" presId="urn:microsoft.com/office/officeart/2018/2/layout/IconVerticalSolidList"/>
    <dgm:cxn modelId="{86A87AFD-B6DC-46B7-9CD2-3086BE6EFC80}" type="presParOf" srcId="{12B527EF-5606-4510-A666-5652EE62131C}" destId="{4C2878AC-7284-445E-8D4A-3D03FE6C44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B4FE8-BBF6-4649-89AD-B8E35AB0FF79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F7A46-EC42-4430-B8C6-FCC78B96F7D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63110-7373-4B96-9A34-95E22D292B78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Predicting Student Performance Using Data Mining Techniques</a:t>
          </a:r>
        </a:p>
      </dsp:txBody>
      <dsp:txXfrm>
        <a:off x="1428292" y="2439"/>
        <a:ext cx="3297908" cy="1236616"/>
      </dsp:txXfrm>
    </dsp:sp>
    <dsp:sp modelId="{2585774D-C87F-4BFA-A7E9-18A227FEF146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480EB-528E-4F76-BA04-A8B96977C0F9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3896F-21EE-4B46-8772-BFD600BF78C4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Group Members: Smit, Krishn, Vishal, Eshwar</a:t>
          </a:r>
        </a:p>
      </dsp:txBody>
      <dsp:txXfrm>
        <a:off x="1428292" y="1548210"/>
        <a:ext cx="3297908" cy="1236616"/>
      </dsp:txXfrm>
    </dsp:sp>
    <dsp:sp modelId="{E175E23D-E581-4062-BCF1-B6CF500DC8DB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97FC9-A2BB-4454-BD93-E392DF48D72F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F2F46-27DB-4B0B-A79F-9B007D6F0CF7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rgbClr val="000000"/>
              </a:solidFill>
              <a:latin typeface="Tahoma"/>
              <a:ea typeface="Tahoma"/>
              <a:cs typeface="Tahoma"/>
            </a:rPr>
            <a:t>Dr. </a:t>
          </a:r>
          <a:r>
            <a:rPr lang="en-US" sz="2000" kern="1200" err="1">
              <a:solidFill>
                <a:srgbClr val="000000"/>
              </a:solidFill>
              <a:latin typeface="Tahoma"/>
              <a:ea typeface="Tahoma"/>
              <a:cs typeface="Tahoma"/>
            </a:rPr>
            <a:t>Yibai</a:t>
          </a:r>
          <a:r>
            <a:rPr lang="en-US" sz="2000" kern="1200">
              <a:solidFill>
                <a:srgbClr val="000000"/>
              </a:solidFill>
              <a:latin typeface="Tahoma"/>
              <a:ea typeface="Tahoma"/>
              <a:cs typeface="Tahoma"/>
            </a:rPr>
            <a:t> Li</a:t>
          </a:r>
          <a:endParaRPr lang="en-US" sz="2000" kern="1200">
            <a:solidFill>
              <a:srgbClr val="000000"/>
            </a:solidFill>
          </a:endParaRPr>
        </a:p>
      </dsp:txBody>
      <dsp:txXfrm>
        <a:off x="1428292" y="3093981"/>
        <a:ext cx="3297908" cy="1236616"/>
      </dsp:txXfrm>
    </dsp:sp>
    <dsp:sp modelId="{607299FE-3E0B-419C-A462-BB02B7E69D5C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3AE00-F3F8-4BD8-9D95-88869E4E7A76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A71EC-E472-4662-893A-9331D2333E64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alibri"/>
            </a:rPr>
            <a:t>Data Mining (BUAN 572)</a:t>
          </a:r>
          <a:endParaRPr lang="en-US" sz="2000" kern="1200"/>
        </a:p>
      </dsp:txBody>
      <dsp:txXfrm>
        <a:off x="1428292" y="4639752"/>
        <a:ext cx="32979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35B5E-67DA-4891-A847-15CB6DFAB063}">
      <dsp:nvSpPr>
        <dsp:cNvPr id="0" name=""/>
        <dsp:cNvSpPr/>
      </dsp:nvSpPr>
      <dsp:spPr>
        <a:xfrm>
          <a:off x="0" y="717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4BAC9-578A-4EB7-B8F5-073A8C0ECFF4}">
      <dsp:nvSpPr>
        <dsp:cNvPr id="0" name=""/>
        <dsp:cNvSpPr/>
      </dsp:nvSpPr>
      <dsp:spPr>
        <a:xfrm>
          <a:off x="182349" y="136349"/>
          <a:ext cx="331544" cy="33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87FEB-D4E7-4F32-AB1B-9B99E44E41BA}">
      <dsp:nvSpPr>
        <dsp:cNvPr id="0" name=""/>
        <dsp:cNvSpPr/>
      </dsp:nvSpPr>
      <dsp:spPr>
        <a:xfrm>
          <a:off x="696242" y="717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Business Understanding</a:t>
          </a:r>
        </a:p>
      </dsp:txBody>
      <dsp:txXfrm>
        <a:off x="696242" y="717"/>
        <a:ext cx="4029958" cy="602807"/>
      </dsp:txXfrm>
    </dsp:sp>
    <dsp:sp modelId="{244B1538-C01B-432B-B4D7-E6B55B73A2A4}">
      <dsp:nvSpPr>
        <dsp:cNvPr id="0" name=""/>
        <dsp:cNvSpPr/>
      </dsp:nvSpPr>
      <dsp:spPr>
        <a:xfrm>
          <a:off x="0" y="754227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7391D-4BFB-43DA-B910-880A147CE67D}">
      <dsp:nvSpPr>
        <dsp:cNvPr id="0" name=""/>
        <dsp:cNvSpPr/>
      </dsp:nvSpPr>
      <dsp:spPr>
        <a:xfrm>
          <a:off x="182349" y="889858"/>
          <a:ext cx="331544" cy="33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122CD-B6B6-467A-8617-7C5CA051AC4A}">
      <dsp:nvSpPr>
        <dsp:cNvPr id="0" name=""/>
        <dsp:cNvSpPr/>
      </dsp:nvSpPr>
      <dsp:spPr>
        <a:xfrm>
          <a:off x="696242" y="754227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Data Understanding</a:t>
          </a:r>
        </a:p>
      </dsp:txBody>
      <dsp:txXfrm>
        <a:off x="696242" y="754227"/>
        <a:ext cx="4029958" cy="602807"/>
      </dsp:txXfrm>
    </dsp:sp>
    <dsp:sp modelId="{2E6E6D1B-DE4E-41BA-A3B3-D8B5B60D3F4A}">
      <dsp:nvSpPr>
        <dsp:cNvPr id="0" name=""/>
        <dsp:cNvSpPr/>
      </dsp:nvSpPr>
      <dsp:spPr>
        <a:xfrm>
          <a:off x="0" y="1507736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D9E0A-7724-463E-9C91-9201C8687FFF}">
      <dsp:nvSpPr>
        <dsp:cNvPr id="0" name=""/>
        <dsp:cNvSpPr/>
      </dsp:nvSpPr>
      <dsp:spPr>
        <a:xfrm>
          <a:off x="182349" y="1643368"/>
          <a:ext cx="331544" cy="33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FF807-4AC6-426E-BC75-C7BC8CAE2303}">
      <dsp:nvSpPr>
        <dsp:cNvPr id="0" name=""/>
        <dsp:cNvSpPr/>
      </dsp:nvSpPr>
      <dsp:spPr>
        <a:xfrm>
          <a:off x="696242" y="1507736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Data Preparation</a:t>
          </a:r>
        </a:p>
      </dsp:txBody>
      <dsp:txXfrm>
        <a:off x="696242" y="1507736"/>
        <a:ext cx="4029958" cy="602807"/>
      </dsp:txXfrm>
    </dsp:sp>
    <dsp:sp modelId="{5DCB9187-F3A7-457D-80A1-138B826182A3}">
      <dsp:nvSpPr>
        <dsp:cNvPr id="0" name=""/>
        <dsp:cNvSpPr/>
      </dsp:nvSpPr>
      <dsp:spPr>
        <a:xfrm>
          <a:off x="0" y="2261245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BE990-A74B-45FB-B9D4-E93EF313649E}">
      <dsp:nvSpPr>
        <dsp:cNvPr id="0" name=""/>
        <dsp:cNvSpPr/>
      </dsp:nvSpPr>
      <dsp:spPr>
        <a:xfrm>
          <a:off x="182349" y="2396877"/>
          <a:ext cx="331544" cy="33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18486-225B-4B07-AEBC-6569F681DA85}">
      <dsp:nvSpPr>
        <dsp:cNvPr id="0" name=""/>
        <dsp:cNvSpPr/>
      </dsp:nvSpPr>
      <dsp:spPr>
        <a:xfrm>
          <a:off x="696242" y="2261245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Modeling Approach</a:t>
          </a:r>
        </a:p>
      </dsp:txBody>
      <dsp:txXfrm>
        <a:off x="696242" y="2261245"/>
        <a:ext cx="4029958" cy="602807"/>
      </dsp:txXfrm>
    </dsp:sp>
    <dsp:sp modelId="{015657EE-1607-4CBD-B198-4C6D7EC5FD06}">
      <dsp:nvSpPr>
        <dsp:cNvPr id="0" name=""/>
        <dsp:cNvSpPr/>
      </dsp:nvSpPr>
      <dsp:spPr>
        <a:xfrm>
          <a:off x="0" y="3014755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16429-F965-4FC3-AF09-D902FDF8ABB8}">
      <dsp:nvSpPr>
        <dsp:cNvPr id="0" name=""/>
        <dsp:cNvSpPr/>
      </dsp:nvSpPr>
      <dsp:spPr>
        <a:xfrm>
          <a:off x="182349" y="3150387"/>
          <a:ext cx="331544" cy="33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2FCD0-1449-4B05-9F87-0519ECDA6962}">
      <dsp:nvSpPr>
        <dsp:cNvPr id="0" name=""/>
        <dsp:cNvSpPr/>
      </dsp:nvSpPr>
      <dsp:spPr>
        <a:xfrm>
          <a:off x="696242" y="3014755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Evaluation and Results</a:t>
          </a:r>
        </a:p>
      </dsp:txBody>
      <dsp:txXfrm>
        <a:off x="696242" y="3014755"/>
        <a:ext cx="4029958" cy="602807"/>
      </dsp:txXfrm>
    </dsp:sp>
    <dsp:sp modelId="{3561ACBF-F8D4-434E-AA8B-3500C1D7FE25}">
      <dsp:nvSpPr>
        <dsp:cNvPr id="0" name=""/>
        <dsp:cNvSpPr/>
      </dsp:nvSpPr>
      <dsp:spPr>
        <a:xfrm>
          <a:off x="0" y="3768264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42EF8-9A20-455B-BC63-8EB5A36E6682}">
      <dsp:nvSpPr>
        <dsp:cNvPr id="0" name=""/>
        <dsp:cNvSpPr/>
      </dsp:nvSpPr>
      <dsp:spPr>
        <a:xfrm>
          <a:off x="182349" y="3903896"/>
          <a:ext cx="331544" cy="33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4802D-445C-4839-B9C1-2589528FFF4E}">
      <dsp:nvSpPr>
        <dsp:cNvPr id="0" name=""/>
        <dsp:cNvSpPr/>
      </dsp:nvSpPr>
      <dsp:spPr>
        <a:xfrm>
          <a:off x="696242" y="3768264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Managerial Implications</a:t>
          </a:r>
        </a:p>
      </dsp:txBody>
      <dsp:txXfrm>
        <a:off x="696242" y="3768264"/>
        <a:ext cx="4029958" cy="602807"/>
      </dsp:txXfrm>
    </dsp:sp>
    <dsp:sp modelId="{4178F3D3-0FB0-45BF-8F69-7106C947258E}">
      <dsp:nvSpPr>
        <dsp:cNvPr id="0" name=""/>
        <dsp:cNvSpPr/>
      </dsp:nvSpPr>
      <dsp:spPr>
        <a:xfrm>
          <a:off x="0" y="4521774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12595-AE06-48CB-88C4-440FE7C6DD1C}">
      <dsp:nvSpPr>
        <dsp:cNvPr id="0" name=""/>
        <dsp:cNvSpPr/>
      </dsp:nvSpPr>
      <dsp:spPr>
        <a:xfrm>
          <a:off x="182349" y="4657406"/>
          <a:ext cx="331544" cy="3315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2D593-243D-4E89-AED5-577F2D1D2E79}">
      <dsp:nvSpPr>
        <dsp:cNvPr id="0" name=""/>
        <dsp:cNvSpPr/>
      </dsp:nvSpPr>
      <dsp:spPr>
        <a:xfrm>
          <a:off x="696242" y="4521774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7. Conclusion</a:t>
          </a:r>
        </a:p>
      </dsp:txBody>
      <dsp:txXfrm>
        <a:off x="696242" y="4521774"/>
        <a:ext cx="4029958" cy="602807"/>
      </dsp:txXfrm>
    </dsp:sp>
    <dsp:sp modelId="{D63F21B4-EC7C-4CEE-92EB-E08BBE5838C8}">
      <dsp:nvSpPr>
        <dsp:cNvPr id="0" name=""/>
        <dsp:cNvSpPr/>
      </dsp:nvSpPr>
      <dsp:spPr>
        <a:xfrm>
          <a:off x="0" y="5275283"/>
          <a:ext cx="47262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A31DD-7CD7-41A2-8BCD-AF0F235F7686}">
      <dsp:nvSpPr>
        <dsp:cNvPr id="0" name=""/>
        <dsp:cNvSpPr/>
      </dsp:nvSpPr>
      <dsp:spPr>
        <a:xfrm>
          <a:off x="182349" y="5410915"/>
          <a:ext cx="331544" cy="3315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82FE4-005C-4176-B224-5F34CABEB9F0}">
      <dsp:nvSpPr>
        <dsp:cNvPr id="0" name=""/>
        <dsp:cNvSpPr/>
      </dsp:nvSpPr>
      <dsp:spPr>
        <a:xfrm>
          <a:off x="696242" y="5275283"/>
          <a:ext cx="40299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8. Q&amp;A</a:t>
          </a:r>
        </a:p>
      </dsp:txBody>
      <dsp:txXfrm>
        <a:off x="696242" y="5275283"/>
        <a:ext cx="4029958" cy="6028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41FC9-940B-46F2-B972-BA9A358A3AEF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28E8A-C60E-42C6-A74B-5C859D524F17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900B-6719-456C-A492-EC4A899E6187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Objective: Predict students' average score and pass/fail outcome.</a:t>
          </a:r>
        </a:p>
      </dsp:txBody>
      <dsp:txXfrm>
        <a:off x="1939533" y="717"/>
        <a:ext cx="2786667" cy="1679249"/>
      </dsp:txXfrm>
    </dsp:sp>
    <dsp:sp modelId="{AD448B87-43E4-4872-AF27-A2C4800BAC40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80666-5EDB-43A7-AD71-337FAB3CA941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02073-94AD-4E9E-AF56-9CFC2A9F018A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Business Relevance: Early interventions and improved academic support.</a:t>
          </a:r>
        </a:p>
      </dsp:txBody>
      <dsp:txXfrm>
        <a:off x="1939533" y="2099779"/>
        <a:ext cx="2786667" cy="1679249"/>
      </dsp:txXfrm>
    </dsp:sp>
    <dsp:sp modelId="{782DDE6C-EF1D-4F1C-BA4A-1C8DE752694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F755A-12A7-42D2-BB0B-7CDBC2B15D9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8249A-20BE-46B3-B762-20D1EB29D61F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institutions identify patterns for success.</a:t>
          </a:r>
        </a:p>
      </dsp:txBody>
      <dsp:txXfrm>
        <a:off x="1939533" y="4198841"/>
        <a:ext cx="2786667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44E25-2485-4575-BB05-BDE5BD169014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36D27-48C6-40A9-90EC-5B42AADB4C2D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89C0B-EA08-431A-9FB4-7E1F55B6B22A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data mining to predict academic performance outcomes.</a:t>
          </a:r>
        </a:p>
      </dsp:txBody>
      <dsp:txXfrm>
        <a:off x="1939533" y="717"/>
        <a:ext cx="2786667" cy="1679249"/>
      </dsp:txXfrm>
    </dsp:sp>
    <dsp:sp modelId="{7EE208CA-9B00-417B-A35A-C39A8FCB9E9B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1E1284-378D-4644-AD24-D5412172FB0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76FEB-320C-4C60-B7C3-63E4EF04858E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Regression: Predict average score.</a:t>
          </a:r>
        </a:p>
      </dsp:txBody>
      <dsp:txXfrm>
        <a:off x="1939533" y="2099779"/>
        <a:ext cx="2786667" cy="1679249"/>
      </dsp:txXfrm>
    </dsp:sp>
    <dsp:sp modelId="{E3DD3B31-A6B3-4D96-BAFA-26D31548F22B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C5D33-51E8-485B-8161-476F95AD3F38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1ACCF-C2DA-42F7-9152-38BEEA8D1D0F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Classification: Predict pass/fail outcomes.</a:t>
          </a:r>
        </a:p>
      </dsp:txBody>
      <dsp:txXfrm>
        <a:off x="1939533" y="4198841"/>
        <a:ext cx="2786667" cy="167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223BE-5268-4804-9C51-504E9FB3BC03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Students completing test preparation perform better.</a:t>
          </a:r>
        </a:p>
      </dsp:txBody>
      <dsp:txXfrm>
        <a:off x="91269" y="128263"/>
        <a:ext cx="4543663" cy="1687122"/>
      </dsp:txXfrm>
    </dsp:sp>
    <dsp:sp modelId="{3993EB0F-7E60-4098-B6AD-CE6DD16A9DC0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Parental education level positively impacts scores.</a:t>
          </a:r>
        </a:p>
      </dsp:txBody>
      <dsp:txXfrm>
        <a:off x="91269" y="2095843"/>
        <a:ext cx="4543663" cy="1687122"/>
      </dsp:txXfrm>
    </dsp:sp>
    <dsp:sp modelId="{F0968AA4-0F66-4D18-A049-C665ECE7DD80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Demographics may influence academic outcomes.</a:t>
          </a:r>
        </a:p>
      </dsp:txBody>
      <dsp:txXfrm>
        <a:off x="91269" y="4063423"/>
        <a:ext cx="4543663" cy="16871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1E16-C407-4AD9-8165-6F0A958849A6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1000 student records with demographic and academic details.</a:t>
          </a:r>
        </a:p>
      </dsp:txBody>
      <dsp:txXfrm>
        <a:off x="91269" y="128263"/>
        <a:ext cx="4543663" cy="1687122"/>
      </dsp:txXfrm>
    </dsp:sp>
    <dsp:sp modelId="{29A376F5-4F87-4D3C-83CD-4FD6AC673EB9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Variables: Gender, Race, Parental Education, Scores, Lunch Type.</a:t>
          </a:r>
        </a:p>
      </dsp:txBody>
      <dsp:txXfrm>
        <a:off x="91269" y="2095843"/>
        <a:ext cx="4543663" cy="1687122"/>
      </dsp:txXfrm>
    </dsp:sp>
    <dsp:sp modelId="{E60FD871-3235-478B-86B9-C6E932D1E603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Cleaned and preprocessed for modeling.</a:t>
          </a:r>
        </a:p>
      </dsp:txBody>
      <dsp:txXfrm>
        <a:off x="91269" y="4063423"/>
        <a:ext cx="4543663" cy="16871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6DD70-E6BB-4548-8B62-DB923303F211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F457F-2328-4A5E-B031-F46DFE562D7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D9879-9B7B-405B-8296-8927AE0BCCF8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Regression target: </a:t>
          </a:r>
          <a:r>
            <a:rPr lang="en-US" sz="2400" kern="1200" err="1"/>
            <a:t>average_score</a:t>
          </a:r>
          <a:r>
            <a:rPr lang="en-US" sz="2400" kern="1200"/>
            <a:t> (continuous).</a:t>
          </a:r>
        </a:p>
      </dsp:txBody>
      <dsp:txXfrm>
        <a:off x="1939533" y="717"/>
        <a:ext cx="2786667" cy="1679249"/>
      </dsp:txXfrm>
    </dsp:sp>
    <dsp:sp modelId="{7FF0D222-564B-4C02-90C0-518D41242F36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E5615-DD35-4F85-A09B-187ADBBF0312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51373-F4F9-4169-AC8D-A44B294D0A4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Classification target: </a:t>
          </a:r>
          <a:r>
            <a:rPr lang="en-US" sz="2400" kern="1200" err="1"/>
            <a:t>pass_fail</a:t>
          </a:r>
          <a:r>
            <a:rPr lang="en-US" sz="2400" kern="1200"/>
            <a:t> (binary).</a:t>
          </a:r>
        </a:p>
      </dsp:txBody>
      <dsp:txXfrm>
        <a:off x="1939533" y="2099779"/>
        <a:ext cx="2786667" cy="1679249"/>
      </dsp:txXfrm>
    </dsp:sp>
    <dsp:sp modelId="{45752475-7C5D-4549-84FA-693BCE5B9B28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CE164-2CDC-40A6-89E8-1F8B850D6442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49B8F-36DB-45C2-95CB-9B74F61641C5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Derived from math, reading, and writing scores.</a:t>
          </a:r>
        </a:p>
      </dsp:txBody>
      <dsp:txXfrm>
        <a:off x="1939533" y="4198841"/>
        <a:ext cx="2786667" cy="16792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52116-26DC-48EF-BB27-B74A14A4279B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Computed </a:t>
          </a:r>
          <a:r>
            <a:rPr lang="en-US" sz="3400" kern="1200" err="1"/>
            <a:t>average_score</a:t>
          </a:r>
          <a:r>
            <a:rPr lang="en-US" sz="3400" kern="1200"/>
            <a:t> = (math + reading + writing)/3.</a:t>
          </a:r>
          <a:endParaRPr lang="en-US" sz="3400" kern="1200">
            <a:latin typeface="Calibri"/>
          </a:endParaRPr>
        </a:p>
      </dsp:txBody>
      <dsp:txXfrm>
        <a:off x="91269" y="128263"/>
        <a:ext cx="4543663" cy="1687122"/>
      </dsp:txXfrm>
    </dsp:sp>
    <dsp:sp modelId="{C4B0E9E4-25C1-44BD-8ED0-AD8928E98517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err="1"/>
            <a:t>pass_fail</a:t>
          </a:r>
          <a:r>
            <a:rPr lang="en-US" sz="3400" kern="1200"/>
            <a:t> = 'pass' if average &gt;= 60, else 'fail'.</a:t>
          </a:r>
          <a:endParaRPr lang="en-GB" sz="3400" kern="1200"/>
        </a:p>
      </dsp:txBody>
      <dsp:txXfrm>
        <a:off x="91269" y="2095843"/>
        <a:ext cx="4543663" cy="1687122"/>
      </dsp:txXfrm>
    </dsp:sp>
    <dsp:sp modelId="{1BC23BAF-7FDF-41E2-ACC8-1203A7F877E8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New variables improve model focus.</a:t>
          </a:r>
        </a:p>
      </dsp:txBody>
      <dsp:txXfrm>
        <a:off x="91269" y="4063423"/>
        <a:ext cx="4543663" cy="16871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41DC2-E226-4D6C-BFF9-B926A31CA081}">
      <dsp:nvSpPr>
        <dsp:cNvPr id="0" name=""/>
        <dsp:cNvSpPr/>
      </dsp:nvSpPr>
      <dsp:spPr>
        <a:xfrm>
          <a:off x="0" y="75303"/>
          <a:ext cx="4726201" cy="184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missing or duplicate values.</a:t>
          </a:r>
        </a:p>
      </dsp:txBody>
      <dsp:txXfrm>
        <a:off x="90116" y="165419"/>
        <a:ext cx="4545969" cy="1665808"/>
      </dsp:txXfrm>
    </dsp:sp>
    <dsp:sp modelId="{E07CC818-E2C6-44E9-8D81-DBCB9C1D849B}">
      <dsp:nvSpPr>
        <dsp:cNvPr id="0" name=""/>
        <dsp:cNvSpPr/>
      </dsp:nvSpPr>
      <dsp:spPr>
        <a:xfrm>
          <a:off x="0" y="2016384"/>
          <a:ext cx="4726201" cy="18460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Nominal to numerical conversion performed.</a:t>
          </a:r>
        </a:p>
      </dsp:txBody>
      <dsp:txXfrm>
        <a:off x="90116" y="2106500"/>
        <a:ext cx="4545969" cy="1665808"/>
      </dsp:txXfrm>
    </dsp:sp>
    <dsp:sp modelId="{4E9629AF-EC9E-479F-B2BC-0924E6B68614}">
      <dsp:nvSpPr>
        <dsp:cNvPr id="0" name=""/>
        <dsp:cNvSpPr/>
      </dsp:nvSpPr>
      <dsp:spPr>
        <a:xfrm>
          <a:off x="0" y="3957464"/>
          <a:ext cx="4726201" cy="18460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Used 70/30 split for training and testing datasets.</a:t>
          </a:r>
        </a:p>
      </dsp:txBody>
      <dsp:txXfrm>
        <a:off x="90116" y="4047580"/>
        <a:ext cx="4545969" cy="166580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4366E-3495-4FD8-A7C6-CC3344BDA979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Selected relevant attributes based on correlation.</a:t>
          </a:r>
        </a:p>
      </dsp:txBody>
      <dsp:txXfrm>
        <a:off x="91269" y="128263"/>
        <a:ext cx="4543663" cy="1687122"/>
      </dsp:txXfrm>
    </dsp:sp>
    <dsp:sp modelId="{B803AE33-0D26-4102-B84B-F495B1E57C28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Strong predictors: test preparation, parental education.</a:t>
          </a:r>
        </a:p>
      </dsp:txBody>
      <dsp:txXfrm>
        <a:off x="91269" y="2095843"/>
        <a:ext cx="4543663" cy="1687122"/>
      </dsp:txXfrm>
    </dsp:sp>
    <dsp:sp modelId="{EE9F370D-4222-45F4-A6C7-74E688A7325A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Avoided multicollinearity.</a:t>
          </a:r>
        </a:p>
      </dsp:txBody>
      <dsp:txXfrm>
        <a:off x="91269" y="4063423"/>
        <a:ext cx="4543663" cy="168712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83051-12D9-487D-B691-A903E535C8D8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F234E-C324-4914-80BE-E6C511AE98CA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2493C-4895-4F7D-89C4-19EF3B57C4AF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Platform: RapidMiner 5.</a:t>
          </a:r>
        </a:p>
      </dsp:txBody>
      <dsp:txXfrm>
        <a:off x="1939533" y="717"/>
        <a:ext cx="2786667" cy="1679249"/>
      </dsp:txXfrm>
    </dsp:sp>
    <dsp:sp modelId="{C76DF7E3-BE70-45DC-92F4-05E2AB608BFB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97205-04C4-4F16-B175-5F0213E2324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A27B6-455A-498A-8E0F-23BE72D698C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Operators: Nominal to Numerical, Set Role, Split Data, etc.</a:t>
          </a:r>
        </a:p>
      </dsp:txBody>
      <dsp:txXfrm>
        <a:off x="1939533" y="2099779"/>
        <a:ext cx="2786667" cy="1679249"/>
      </dsp:txXfrm>
    </dsp:sp>
    <dsp:sp modelId="{42DB75DC-ABB2-4663-8A2F-174E466F2499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E6461-B70E-41CE-815F-FA2139EC9F98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4B60D-E368-448A-93C1-61F45EF8E3E7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Visual workflows enabled transparent model design.</a:t>
          </a:r>
        </a:p>
      </dsp:txBody>
      <dsp:txXfrm>
        <a:off x="1939533" y="4198841"/>
        <a:ext cx="2786667" cy="16792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D8407-B717-403F-BB09-6A549C31628E}">
      <dsp:nvSpPr>
        <dsp:cNvPr id="0" name=""/>
        <dsp:cNvSpPr/>
      </dsp:nvSpPr>
      <dsp:spPr>
        <a:xfrm>
          <a:off x="0" y="484"/>
          <a:ext cx="482535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BA0F09-5952-44B0-B9D6-F443BE0E5931}">
      <dsp:nvSpPr>
        <dsp:cNvPr id="0" name=""/>
        <dsp:cNvSpPr/>
      </dsp:nvSpPr>
      <dsp:spPr>
        <a:xfrm>
          <a:off x="0" y="484"/>
          <a:ext cx="4825354" cy="793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R²</a:t>
          </a:r>
          <a:r>
            <a:rPr lang="en-US" sz="1600" kern="1200">
              <a:latin typeface="Calibri"/>
            </a:rPr>
            <a:t>,</a:t>
          </a:r>
          <a:r>
            <a:rPr lang="en-US" sz="1600" kern="1200"/>
            <a:t> RMSE</a:t>
          </a:r>
          <a:r>
            <a:rPr lang="en-US" sz="1600" kern="1200">
              <a:latin typeface="Calibri"/>
            </a:rPr>
            <a:t>, Absolute, and Relative error = 0%, Near perfection.</a:t>
          </a:r>
          <a:endParaRPr lang="en-US" sz="1600" kern="1200"/>
        </a:p>
      </dsp:txBody>
      <dsp:txXfrm>
        <a:off x="0" y="484"/>
        <a:ext cx="4825354" cy="793982"/>
      </dsp:txXfrm>
    </dsp:sp>
    <dsp:sp modelId="{8AA267F8-F342-4BD7-A9F1-3AB0C96BBF47}">
      <dsp:nvSpPr>
        <dsp:cNvPr id="0" name=""/>
        <dsp:cNvSpPr/>
      </dsp:nvSpPr>
      <dsp:spPr>
        <a:xfrm>
          <a:off x="0" y="794466"/>
          <a:ext cx="4825354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C7ADFA-E2EA-4BBB-8FF8-F1992D471802}">
      <dsp:nvSpPr>
        <dsp:cNvPr id="0" name=""/>
        <dsp:cNvSpPr/>
      </dsp:nvSpPr>
      <dsp:spPr>
        <a:xfrm>
          <a:off x="0" y="794466"/>
          <a:ext cx="4825354" cy="793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</a:rPr>
            <a:t>Scatterplot </a:t>
          </a:r>
          <a:r>
            <a:rPr lang="en-US" sz="1600" b="0" kern="1200">
              <a:latin typeface="Calibri"/>
            </a:rPr>
            <a:t>shows </a:t>
          </a:r>
          <a:r>
            <a:rPr lang="en-US" sz="1600" b="1" kern="1200">
              <a:latin typeface="Calibri"/>
            </a:rPr>
            <a:t>strong</a:t>
          </a:r>
          <a:r>
            <a:rPr lang="en-US" sz="1600" b="1" kern="1200"/>
            <a:t> diagonal line</a:t>
          </a:r>
          <a:r>
            <a:rPr lang="en-US" sz="1600" kern="1200"/>
            <a:t>, which indicates a high correlation and near-perfect prediction.</a:t>
          </a:r>
        </a:p>
      </dsp:txBody>
      <dsp:txXfrm>
        <a:off x="0" y="794466"/>
        <a:ext cx="4825354" cy="793982"/>
      </dsp:txXfrm>
    </dsp:sp>
    <dsp:sp modelId="{D550771B-D8DC-4A4A-8BBF-01B365AE682C}">
      <dsp:nvSpPr>
        <dsp:cNvPr id="0" name=""/>
        <dsp:cNvSpPr/>
      </dsp:nvSpPr>
      <dsp:spPr>
        <a:xfrm>
          <a:off x="0" y="1588448"/>
          <a:ext cx="482535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46367C3-5401-40F8-BE59-218B01063CA7}">
      <dsp:nvSpPr>
        <dsp:cNvPr id="0" name=""/>
        <dsp:cNvSpPr/>
      </dsp:nvSpPr>
      <dsp:spPr>
        <a:xfrm>
          <a:off x="0" y="1588448"/>
          <a:ext cx="4825354" cy="793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Useful for understanding linear relationships.</a:t>
          </a:r>
        </a:p>
      </dsp:txBody>
      <dsp:txXfrm>
        <a:off x="0" y="1588448"/>
        <a:ext cx="4825354" cy="793982"/>
      </dsp:txXfrm>
    </dsp:sp>
    <dsp:sp modelId="{81517EA5-8183-4ACF-8C96-30FA04EA842B}">
      <dsp:nvSpPr>
        <dsp:cNvPr id="0" name=""/>
        <dsp:cNvSpPr/>
      </dsp:nvSpPr>
      <dsp:spPr>
        <a:xfrm>
          <a:off x="0" y="2382431"/>
          <a:ext cx="4825354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07F752-007E-4F46-A88F-8BFE4B9816C3}">
      <dsp:nvSpPr>
        <dsp:cNvPr id="0" name=""/>
        <dsp:cNvSpPr/>
      </dsp:nvSpPr>
      <dsp:spPr>
        <a:xfrm>
          <a:off x="0" y="2382431"/>
          <a:ext cx="4825354" cy="793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Very High Accuracy</a:t>
          </a:r>
          <a:r>
            <a:rPr lang="en-US" sz="1600" kern="1200"/>
            <a:t> – Model fits data perfectly</a:t>
          </a:r>
          <a:endParaRPr lang="en-US" sz="1600" kern="1200">
            <a:latin typeface="Calibri"/>
          </a:endParaRPr>
        </a:p>
      </dsp:txBody>
      <dsp:txXfrm>
        <a:off x="0" y="2382431"/>
        <a:ext cx="4825354" cy="793982"/>
      </dsp:txXfrm>
    </dsp:sp>
    <dsp:sp modelId="{C15EA52D-2F88-4359-9260-25ABC2D14792}">
      <dsp:nvSpPr>
        <dsp:cNvPr id="0" name=""/>
        <dsp:cNvSpPr/>
      </dsp:nvSpPr>
      <dsp:spPr>
        <a:xfrm>
          <a:off x="0" y="3176413"/>
          <a:ext cx="482535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512B1A-30FF-4CCA-BD66-818346650E04}">
      <dsp:nvSpPr>
        <dsp:cNvPr id="0" name=""/>
        <dsp:cNvSpPr/>
      </dsp:nvSpPr>
      <dsp:spPr>
        <a:xfrm>
          <a:off x="0" y="3176413"/>
          <a:ext cx="4825354" cy="793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Possible Issue:</a:t>
          </a:r>
          <a:r>
            <a:rPr lang="en-US" sz="1600" kern="1200"/>
            <a:t> Model may have been tested on training data</a:t>
          </a:r>
        </a:p>
      </dsp:txBody>
      <dsp:txXfrm>
        <a:off x="0" y="3176413"/>
        <a:ext cx="4825354" cy="7939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FFE20-AE84-4BE5-ACC5-94004727E3F0}">
      <dsp:nvSpPr>
        <dsp:cNvPr id="0" name=""/>
        <dsp:cNvSpPr/>
      </dsp:nvSpPr>
      <dsp:spPr>
        <a:xfrm>
          <a:off x="0" y="564"/>
          <a:ext cx="50724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E33065-BAFA-4FD2-8C2F-3431DAE5B8F3}">
      <dsp:nvSpPr>
        <dsp:cNvPr id="0" name=""/>
        <dsp:cNvSpPr/>
      </dsp:nvSpPr>
      <dsp:spPr>
        <a:xfrm>
          <a:off x="0" y="564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X-axis: Predicted average score</a:t>
          </a:r>
        </a:p>
      </dsp:txBody>
      <dsp:txXfrm>
        <a:off x="0" y="564"/>
        <a:ext cx="5072489" cy="355607"/>
      </dsp:txXfrm>
    </dsp:sp>
    <dsp:sp modelId="{2EA48F5C-F938-459B-A876-238EA6B9EA0F}">
      <dsp:nvSpPr>
        <dsp:cNvPr id="0" name=""/>
        <dsp:cNvSpPr/>
      </dsp:nvSpPr>
      <dsp:spPr>
        <a:xfrm>
          <a:off x="0" y="356171"/>
          <a:ext cx="5072489" cy="0"/>
        </a:xfrm>
        <a:prstGeom prst="line">
          <a:avLst/>
        </a:prstGeom>
        <a:solidFill>
          <a:schemeClr val="accent2">
            <a:hueOff val="390127"/>
            <a:satOff val="-487"/>
            <a:lumOff val="114"/>
            <a:alphaOff val="0"/>
          </a:schemeClr>
        </a:solidFill>
        <a:ln w="25400" cap="flat" cmpd="sng" algn="ctr">
          <a:solidFill>
            <a:schemeClr val="accent2">
              <a:hueOff val="390127"/>
              <a:satOff val="-487"/>
              <a:lumOff val="114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20FF267-04F7-4B3E-9CCA-F31B447C6E77}">
      <dsp:nvSpPr>
        <dsp:cNvPr id="0" name=""/>
        <dsp:cNvSpPr/>
      </dsp:nvSpPr>
      <dsp:spPr>
        <a:xfrm>
          <a:off x="0" y="356171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Y-axis: Binary classification output (Pass = 1, Fail = 0)</a:t>
          </a:r>
        </a:p>
      </dsp:txBody>
      <dsp:txXfrm>
        <a:off x="0" y="356171"/>
        <a:ext cx="5072489" cy="355607"/>
      </dsp:txXfrm>
    </dsp:sp>
    <dsp:sp modelId="{7E493720-190A-4935-BE0D-A04B09DCEBC5}">
      <dsp:nvSpPr>
        <dsp:cNvPr id="0" name=""/>
        <dsp:cNvSpPr/>
      </dsp:nvSpPr>
      <dsp:spPr>
        <a:xfrm>
          <a:off x="0" y="711778"/>
          <a:ext cx="5072489" cy="0"/>
        </a:xfrm>
        <a:prstGeom prst="line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5241B1-7BDE-4859-AC19-D6741D31E50E}">
      <dsp:nvSpPr>
        <dsp:cNvPr id="0" name=""/>
        <dsp:cNvSpPr/>
      </dsp:nvSpPr>
      <dsp:spPr>
        <a:xfrm>
          <a:off x="0" y="711778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Blue points: Correctly predicted Pass</a:t>
          </a:r>
        </a:p>
      </dsp:txBody>
      <dsp:txXfrm>
        <a:off x="0" y="711778"/>
        <a:ext cx="5072489" cy="355607"/>
      </dsp:txXfrm>
    </dsp:sp>
    <dsp:sp modelId="{84B2AD78-3991-439C-863C-C0023C756DB1}">
      <dsp:nvSpPr>
        <dsp:cNvPr id="0" name=""/>
        <dsp:cNvSpPr/>
      </dsp:nvSpPr>
      <dsp:spPr>
        <a:xfrm>
          <a:off x="0" y="1067385"/>
          <a:ext cx="5072489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2FF6A9-98E3-47D5-9268-5A8B0D5FFC00}">
      <dsp:nvSpPr>
        <dsp:cNvPr id="0" name=""/>
        <dsp:cNvSpPr/>
      </dsp:nvSpPr>
      <dsp:spPr>
        <a:xfrm>
          <a:off x="0" y="1067385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Red points: Correctly predicted Fail</a:t>
          </a:r>
        </a:p>
      </dsp:txBody>
      <dsp:txXfrm>
        <a:off x="0" y="1067385"/>
        <a:ext cx="5072489" cy="355607"/>
      </dsp:txXfrm>
    </dsp:sp>
    <dsp:sp modelId="{8EE24726-0A6E-4555-8EAB-B9A06E75E341}">
      <dsp:nvSpPr>
        <dsp:cNvPr id="0" name=""/>
        <dsp:cNvSpPr/>
      </dsp:nvSpPr>
      <dsp:spPr>
        <a:xfrm>
          <a:off x="0" y="1422993"/>
          <a:ext cx="5072489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9E429D-40EF-4EDB-83D9-19A7C53ABE0C}">
      <dsp:nvSpPr>
        <dsp:cNvPr id="0" name=""/>
        <dsp:cNvSpPr/>
      </dsp:nvSpPr>
      <dsp:spPr>
        <a:xfrm>
          <a:off x="0" y="1422993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Clear separation between pass and fail classes.</a:t>
          </a:r>
        </a:p>
      </dsp:txBody>
      <dsp:txXfrm>
        <a:off x="0" y="1422993"/>
        <a:ext cx="5072489" cy="355607"/>
      </dsp:txXfrm>
    </dsp:sp>
    <dsp:sp modelId="{06977F06-2A22-4D1C-B518-605F37F2EBB3}">
      <dsp:nvSpPr>
        <dsp:cNvPr id="0" name=""/>
        <dsp:cNvSpPr/>
      </dsp:nvSpPr>
      <dsp:spPr>
        <a:xfrm>
          <a:off x="0" y="1778600"/>
          <a:ext cx="5072489" cy="0"/>
        </a:xfrm>
        <a:prstGeom prst="line">
          <a:avLst/>
        </a:prstGeom>
        <a:solidFill>
          <a:schemeClr val="accent2">
            <a:hueOff val="1950633"/>
            <a:satOff val="-2433"/>
            <a:lumOff val="572"/>
            <a:alphaOff val="0"/>
          </a:schemeClr>
        </a:solidFill>
        <a:ln w="25400" cap="flat" cmpd="sng" algn="ctr">
          <a:solidFill>
            <a:schemeClr val="accent2">
              <a:hueOff val="1950633"/>
              <a:satOff val="-2433"/>
              <a:lumOff val="57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E0CA9F7-A284-41F0-A5B8-AA84C7434B66}">
      <dsp:nvSpPr>
        <dsp:cNvPr id="0" name=""/>
        <dsp:cNvSpPr/>
      </dsp:nvSpPr>
      <dsp:spPr>
        <a:xfrm>
          <a:off x="0" y="1778600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Root Mean Squared Error (RMSE):</a:t>
          </a:r>
          <a:r>
            <a:rPr lang="en-GB" sz="1200" kern="1200"/>
            <a:t> 0.000</a:t>
          </a:r>
        </a:p>
      </dsp:txBody>
      <dsp:txXfrm>
        <a:off x="0" y="1778600"/>
        <a:ext cx="5072489" cy="355607"/>
      </dsp:txXfrm>
    </dsp:sp>
    <dsp:sp modelId="{F8231E68-9801-4044-99DE-4D39CE63B436}">
      <dsp:nvSpPr>
        <dsp:cNvPr id="0" name=""/>
        <dsp:cNvSpPr/>
      </dsp:nvSpPr>
      <dsp:spPr>
        <a:xfrm>
          <a:off x="0" y="2134207"/>
          <a:ext cx="5072489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861B2C-311A-4E31-A9B6-626485D45F57}">
      <dsp:nvSpPr>
        <dsp:cNvPr id="0" name=""/>
        <dsp:cNvSpPr/>
      </dsp:nvSpPr>
      <dsp:spPr>
        <a:xfrm>
          <a:off x="0" y="2134207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Absolute Error:</a:t>
          </a:r>
          <a:r>
            <a:rPr lang="en-GB" sz="1200" kern="1200"/>
            <a:t> 0.000</a:t>
          </a:r>
        </a:p>
      </dsp:txBody>
      <dsp:txXfrm>
        <a:off x="0" y="2134207"/>
        <a:ext cx="5072489" cy="355607"/>
      </dsp:txXfrm>
    </dsp:sp>
    <dsp:sp modelId="{89FEF098-83CE-4AB0-AB2E-A8C88A155B9D}">
      <dsp:nvSpPr>
        <dsp:cNvPr id="0" name=""/>
        <dsp:cNvSpPr/>
      </dsp:nvSpPr>
      <dsp:spPr>
        <a:xfrm>
          <a:off x="0" y="2489814"/>
          <a:ext cx="5072489" cy="0"/>
        </a:xfrm>
        <a:prstGeom prst="line">
          <a:avLst/>
        </a:prstGeom>
        <a:solidFill>
          <a:schemeClr val="accent2">
            <a:hueOff val="2730886"/>
            <a:satOff val="-3406"/>
            <a:lumOff val="801"/>
            <a:alphaOff val="0"/>
          </a:schemeClr>
        </a:solidFill>
        <a:ln w="25400" cap="flat" cmpd="sng" algn="ctr">
          <a:solidFill>
            <a:schemeClr val="accent2">
              <a:hueOff val="2730886"/>
              <a:satOff val="-3406"/>
              <a:lumOff val="80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DEEAD1-2C74-4CEB-9FD3-B6F2AB278FB9}">
      <dsp:nvSpPr>
        <dsp:cNvPr id="0" name=""/>
        <dsp:cNvSpPr/>
      </dsp:nvSpPr>
      <dsp:spPr>
        <a:xfrm>
          <a:off x="0" y="2489814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Relative Error:</a:t>
          </a:r>
          <a:r>
            <a:rPr lang="en-GB" sz="1200" kern="1200"/>
            <a:t> 0.00%</a:t>
          </a:r>
        </a:p>
      </dsp:txBody>
      <dsp:txXfrm>
        <a:off x="0" y="2489814"/>
        <a:ext cx="5072489" cy="355607"/>
      </dsp:txXfrm>
    </dsp:sp>
    <dsp:sp modelId="{D8D755F6-0C7D-4F2C-BC5D-C2EDB5C00B50}">
      <dsp:nvSpPr>
        <dsp:cNvPr id="0" name=""/>
        <dsp:cNvSpPr/>
      </dsp:nvSpPr>
      <dsp:spPr>
        <a:xfrm>
          <a:off x="0" y="2845421"/>
          <a:ext cx="5072489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D8DE88-F21F-4C8C-AEF5-D730FE114B6C}">
      <dsp:nvSpPr>
        <dsp:cNvPr id="0" name=""/>
        <dsp:cNvSpPr/>
      </dsp:nvSpPr>
      <dsp:spPr>
        <a:xfrm>
          <a:off x="0" y="2845421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>
              <a:latin typeface="Calibri"/>
            </a:rPr>
            <a:t>Squared Error:</a:t>
          </a:r>
          <a:r>
            <a:rPr lang="en-GB" sz="1200" b="0" kern="1200">
              <a:latin typeface="Calibri"/>
            </a:rPr>
            <a:t> </a:t>
          </a:r>
          <a:r>
            <a:rPr lang="en-GB" sz="1200" b="1" kern="1200">
              <a:latin typeface="Calibri"/>
            </a:rPr>
            <a:t>0.0</a:t>
          </a:r>
        </a:p>
      </dsp:txBody>
      <dsp:txXfrm>
        <a:off x="0" y="2845421"/>
        <a:ext cx="5072489" cy="355607"/>
      </dsp:txXfrm>
    </dsp:sp>
    <dsp:sp modelId="{A874520D-E9A9-4D72-8D0A-8C641AC8F98B}">
      <dsp:nvSpPr>
        <dsp:cNvPr id="0" name=""/>
        <dsp:cNvSpPr/>
      </dsp:nvSpPr>
      <dsp:spPr>
        <a:xfrm>
          <a:off x="0" y="3201028"/>
          <a:ext cx="5072489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11956A-62DA-4687-A280-4F6491D636AD}">
      <dsp:nvSpPr>
        <dsp:cNvPr id="0" name=""/>
        <dsp:cNvSpPr/>
      </dsp:nvSpPr>
      <dsp:spPr>
        <a:xfrm>
          <a:off x="0" y="3201028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>
              <a:latin typeface="Calibri"/>
            </a:rPr>
            <a:t>Correlation</a:t>
          </a:r>
          <a:r>
            <a:rPr lang="en-GB" sz="1200" b="1" kern="1200"/>
            <a:t>:</a:t>
          </a:r>
          <a:r>
            <a:rPr lang="en-GB" sz="1200" kern="1200"/>
            <a:t> 1.000</a:t>
          </a:r>
        </a:p>
      </dsp:txBody>
      <dsp:txXfrm>
        <a:off x="0" y="3201028"/>
        <a:ext cx="5072489" cy="355607"/>
      </dsp:txXfrm>
    </dsp:sp>
    <dsp:sp modelId="{5C177020-9924-4567-8537-75F1357D6B63}">
      <dsp:nvSpPr>
        <dsp:cNvPr id="0" name=""/>
        <dsp:cNvSpPr/>
      </dsp:nvSpPr>
      <dsp:spPr>
        <a:xfrm>
          <a:off x="0" y="3556636"/>
          <a:ext cx="5072489" cy="0"/>
        </a:xfrm>
        <a:prstGeom prst="line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4F6CBD-4497-4FC3-A95A-448886EFAF21}">
      <dsp:nvSpPr>
        <dsp:cNvPr id="0" name=""/>
        <dsp:cNvSpPr/>
      </dsp:nvSpPr>
      <dsp:spPr>
        <a:xfrm>
          <a:off x="0" y="3556636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Indicates </a:t>
          </a:r>
          <a:r>
            <a:rPr lang="en-GB" sz="1200" b="1" kern="1200"/>
            <a:t>perfect regression fit</a:t>
          </a:r>
          <a:r>
            <a:rPr lang="en-GB" sz="1200" kern="1200"/>
            <a:t> on the dataset.</a:t>
          </a:r>
        </a:p>
      </dsp:txBody>
      <dsp:txXfrm>
        <a:off x="0" y="3556636"/>
        <a:ext cx="5072489" cy="355607"/>
      </dsp:txXfrm>
    </dsp:sp>
    <dsp:sp modelId="{2E838DBD-B250-43B9-8AC8-F37097A630CB}">
      <dsp:nvSpPr>
        <dsp:cNvPr id="0" name=""/>
        <dsp:cNvSpPr/>
      </dsp:nvSpPr>
      <dsp:spPr>
        <a:xfrm>
          <a:off x="0" y="3912243"/>
          <a:ext cx="5072489" cy="0"/>
        </a:xfrm>
        <a:prstGeom prst="line">
          <a:avLst/>
        </a:prstGeom>
        <a:solidFill>
          <a:schemeClr val="accent2">
            <a:hueOff val="4291393"/>
            <a:satOff val="-5352"/>
            <a:lumOff val="1259"/>
            <a:alphaOff val="0"/>
          </a:schemeClr>
        </a:solidFill>
        <a:ln w="25400" cap="flat" cmpd="sng" algn="ctr">
          <a:solidFill>
            <a:schemeClr val="accent2">
              <a:hueOff val="4291393"/>
              <a:satOff val="-5352"/>
              <a:lumOff val="1259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2C21FA-3D37-4760-88F0-E58116B9A593}">
      <dsp:nvSpPr>
        <dsp:cNvPr id="0" name=""/>
        <dsp:cNvSpPr/>
      </dsp:nvSpPr>
      <dsp:spPr>
        <a:xfrm>
          <a:off x="0" y="3912243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Strong predictive accuracy, but may signal </a:t>
          </a:r>
          <a:r>
            <a:rPr lang="en-GB" sz="1200" b="1" kern="1200"/>
            <a:t>overfitting</a:t>
          </a:r>
          <a:r>
            <a:rPr lang="en-GB" sz="1200" kern="1200"/>
            <a:t>—needs further validation.</a:t>
          </a:r>
        </a:p>
      </dsp:txBody>
      <dsp:txXfrm>
        <a:off x="0" y="3912243"/>
        <a:ext cx="5072489" cy="355607"/>
      </dsp:txXfrm>
    </dsp:sp>
    <dsp:sp modelId="{36F2AD7F-ED09-44A1-AA59-46E25982B421}">
      <dsp:nvSpPr>
        <dsp:cNvPr id="0" name=""/>
        <dsp:cNvSpPr/>
      </dsp:nvSpPr>
      <dsp:spPr>
        <a:xfrm>
          <a:off x="0" y="4267850"/>
          <a:ext cx="5072489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3873AA-908C-40EF-B112-82A03D761167}">
      <dsp:nvSpPr>
        <dsp:cNvPr id="0" name=""/>
        <dsp:cNvSpPr/>
      </dsp:nvSpPr>
      <dsp:spPr>
        <a:xfrm>
          <a:off x="0" y="4267850"/>
          <a:ext cx="5072489" cy="355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>
            <a:latin typeface="Calibri"/>
          </a:endParaRPr>
        </a:p>
      </dsp:txBody>
      <dsp:txXfrm>
        <a:off x="0" y="4267850"/>
        <a:ext cx="5072489" cy="35560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74D51-F362-4381-9E5B-30DC54682CF2}">
      <dsp:nvSpPr>
        <dsp:cNvPr id="0" name=""/>
        <dsp:cNvSpPr/>
      </dsp:nvSpPr>
      <dsp:spPr>
        <a:xfrm>
          <a:off x="511390" y="112837"/>
          <a:ext cx="682646" cy="68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89240-F4DA-4E1D-8C28-0D2754A3B7A1}">
      <dsp:nvSpPr>
        <dsp:cNvPr id="0" name=""/>
        <dsp:cNvSpPr/>
      </dsp:nvSpPr>
      <dsp:spPr>
        <a:xfrm>
          <a:off x="94217" y="1023223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Accuracy</a:t>
          </a:r>
          <a:r>
            <a:rPr lang="en-US" sz="1200" kern="1200">
              <a:latin typeface="Calibri"/>
            </a:rPr>
            <a:t>,</a:t>
          </a:r>
          <a:r>
            <a:rPr lang="en-US" sz="1200" kern="1200"/>
            <a:t> Precision</a:t>
          </a:r>
          <a:r>
            <a:rPr lang="en-US" sz="1200" kern="1200">
              <a:latin typeface="Calibri"/>
            </a:rPr>
            <a:t>,</a:t>
          </a:r>
          <a:r>
            <a:rPr lang="en-US" sz="1200" kern="1200"/>
            <a:t> Recall: </a:t>
          </a:r>
          <a:r>
            <a:rPr lang="en-US" sz="1200" kern="1200">
              <a:latin typeface="Calibri"/>
            </a:rPr>
            <a:t>100</a:t>
          </a:r>
          <a:r>
            <a:rPr lang="en-US" sz="1200" kern="1200"/>
            <a:t>%.</a:t>
          </a:r>
        </a:p>
      </dsp:txBody>
      <dsp:txXfrm>
        <a:off x="94217" y="1023223"/>
        <a:ext cx="1516992" cy="606796"/>
      </dsp:txXfrm>
    </dsp:sp>
    <dsp:sp modelId="{F7A10E46-B697-49E7-8467-EB42F3447FFB}">
      <dsp:nvSpPr>
        <dsp:cNvPr id="0" name=""/>
        <dsp:cNvSpPr/>
      </dsp:nvSpPr>
      <dsp:spPr>
        <a:xfrm>
          <a:off x="2293856" y="112837"/>
          <a:ext cx="682646" cy="6826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D49F2-9DD5-42C0-8EEE-2958EE526F8D}">
      <dsp:nvSpPr>
        <dsp:cNvPr id="0" name=""/>
        <dsp:cNvSpPr/>
      </dsp:nvSpPr>
      <dsp:spPr>
        <a:xfrm>
          <a:off x="1876683" y="1023223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/>
            </a:rPr>
            <a:t>Result: Pass: 206 and Fail: 94.</a:t>
          </a:r>
        </a:p>
      </dsp:txBody>
      <dsp:txXfrm>
        <a:off x="1876683" y="1023223"/>
        <a:ext cx="1516992" cy="606796"/>
      </dsp:txXfrm>
    </dsp:sp>
    <dsp:sp modelId="{4B14FFB0-DF2E-433A-B10F-A2B8652DDB20}">
      <dsp:nvSpPr>
        <dsp:cNvPr id="0" name=""/>
        <dsp:cNvSpPr/>
      </dsp:nvSpPr>
      <dsp:spPr>
        <a:xfrm>
          <a:off x="511390" y="2009268"/>
          <a:ext cx="682646" cy="68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05333-ACA7-4754-8DA7-35D7F34E1A09}">
      <dsp:nvSpPr>
        <dsp:cNvPr id="0" name=""/>
        <dsp:cNvSpPr/>
      </dsp:nvSpPr>
      <dsp:spPr>
        <a:xfrm>
          <a:off x="94217" y="2919654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Visually interpretable decision-making logic.</a:t>
          </a:r>
        </a:p>
      </dsp:txBody>
      <dsp:txXfrm>
        <a:off x="94217" y="2919654"/>
        <a:ext cx="1516992" cy="606796"/>
      </dsp:txXfrm>
    </dsp:sp>
    <dsp:sp modelId="{2E44346E-3123-487E-836C-93048AD1D5CC}">
      <dsp:nvSpPr>
        <dsp:cNvPr id="0" name=""/>
        <dsp:cNvSpPr/>
      </dsp:nvSpPr>
      <dsp:spPr>
        <a:xfrm>
          <a:off x="2293856" y="2009268"/>
          <a:ext cx="682646" cy="68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4D1EB-415B-4905-A4CF-A67523270C71}">
      <dsp:nvSpPr>
        <dsp:cNvPr id="0" name=""/>
        <dsp:cNvSpPr/>
      </dsp:nvSpPr>
      <dsp:spPr>
        <a:xfrm>
          <a:off x="1876683" y="2919654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Used for understanding rules affecting performance.</a:t>
          </a:r>
        </a:p>
      </dsp:txBody>
      <dsp:txXfrm>
        <a:off x="1876683" y="2919654"/>
        <a:ext cx="1516992" cy="60679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F3A04-9D86-4736-947B-A77244D16462}">
      <dsp:nvSpPr>
        <dsp:cNvPr id="0" name=""/>
        <dsp:cNvSpPr/>
      </dsp:nvSpPr>
      <dsp:spPr>
        <a:xfrm>
          <a:off x="1109" y="610708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BC21D-6621-49B7-8D74-6BE52496CC8D}">
      <dsp:nvSpPr>
        <dsp:cNvPr id="0" name=""/>
        <dsp:cNvSpPr/>
      </dsp:nvSpPr>
      <dsp:spPr>
        <a:xfrm>
          <a:off x="108024" y="717623"/>
          <a:ext cx="295288" cy="295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3E160-4197-4A6C-A536-395BF1AB4B79}">
      <dsp:nvSpPr>
        <dsp:cNvPr id="0" name=""/>
        <dsp:cNvSpPr/>
      </dsp:nvSpPr>
      <dsp:spPr>
        <a:xfrm>
          <a:off x="619324" y="610708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k-NN: Classification with k = 3</a:t>
          </a:r>
        </a:p>
      </dsp:txBody>
      <dsp:txXfrm>
        <a:off x="619324" y="610708"/>
        <a:ext cx="1200065" cy="509118"/>
      </dsp:txXfrm>
    </dsp:sp>
    <dsp:sp modelId="{439A9DA0-AF66-4F6A-948E-934049D2CA47}">
      <dsp:nvSpPr>
        <dsp:cNvPr id="0" name=""/>
        <dsp:cNvSpPr/>
      </dsp:nvSpPr>
      <dsp:spPr>
        <a:xfrm>
          <a:off x="2028492" y="610708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5ECF3-0511-4F67-92EC-308C7BBA8A54}">
      <dsp:nvSpPr>
        <dsp:cNvPr id="0" name=""/>
        <dsp:cNvSpPr/>
      </dsp:nvSpPr>
      <dsp:spPr>
        <a:xfrm>
          <a:off x="2135407" y="717623"/>
          <a:ext cx="295288" cy="295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38B51-9FFD-48AA-BEE7-A69B4B5F5B4E}">
      <dsp:nvSpPr>
        <dsp:cNvPr id="0" name=""/>
        <dsp:cNvSpPr/>
      </dsp:nvSpPr>
      <dsp:spPr>
        <a:xfrm>
          <a:off x="2646708" y="610708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Accuracy: 93.67%</a:t>
          </a:r>
        </a:p>
      </dsp:txBody>
      <dsp:txXfrm>
        <a:off x="2646708" y="610708"/>
        <a:ext cx="1200065" cy="509118"/>
      </dsp:txXfrm>
    </dsp:sp>
    <dsp:sp modelId="{9BC87C2B-1D40-4F1D-A392-27FA37F5A5BC}">
      <dsp:nvSpPr>
        <dsp:cNvPr id="0" name=""/>
        <dsp:cNvSpPr/>
      </dsp:nvSpPr>
      <dsp:spPr>
        <a:xfrm>
          <a:off x="1109" y="1670920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429FB-B065-4C52-A794-5448C94F1073}">
      <dsp:nvSpPr>
        <dsp:cNvPr id="0" name=""/>
        <dsp:cNvSpPr/>
      </dsp:nvSpPr>
      <dsp:spPr>
        <a:xfrm>
          <a:off x="108024" y="1777835"/>
          <a:ext cx="295288" cy="295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CF45A-8523-4024-B263-9B5B96C7B668}">
      <dsp:nvSpPr>
        <dsp:cNvPr id="0" name=""/>
        <dsp:cNvSpPr/>
      </dsp:nvSpPr>
      <dsp:spPr>
        <a:xfrm>
          <a:off x="619324" y="1670920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Class Precision (Pass): 95.17%</a:t>
          </a:r>
        </a:p>
      </dsp:txBody>
      <dsp:txXfrm>
        <a:off x="619324" y="1670920"/>
        <a:ext cx="1200065" cy="509118"/>
      </dsp:txXfrm>
    </dsp:sp>
    <dsp:sp modelId="{5F1A5E09-63C1-42F7-9A37-812914C23484}">
      <dsp:nvSpPr>
        <dsp:cNvPr id="0" name=""/>
        <dsp:cNvSpPr/>
      </dsp:nvSpPr>
      <dsp:spPr>
        <a:xfrm>
          <a:off x="2028492" y="1670920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BB26F-B2DF-401A-8DA3-7F87806D3751}">
      <dsp:nvSpPr>
        <dsp:cNvPr id="0" name=""/>
        <dsp:cNvSpPr/>
      </dsp:nvSpPr>
      <dsp:spPr>
        <a:xfrm>
          <a:off x="2135407" y="1777835"/>
          <a:ext cx="295288" cy="295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0ECA2-D8ED-4D13-B897-02CB00E22489}">
      <dsp:nvSpPr>
        <dsp:cNvPr id="0" name=""/>
        <dsp:cNvSpPr/>
      </dsp:nvSpPr>
      <dsp:spPr>
        <a:xfrm>
          <a:off x="2646708" y="1670920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Class Recall (Pass): 95.63%</a:t>
          </a:r>
        </a:p>
      </dsp:txBody>
      <dsp:txXfrm>
        <a:off x="2646708" y="1670920"/>
        <a:ext cx="1200065" cy="509118"/>
      </dsp:txXfrm>
    </dsp:sp>
    <dsp:sp modelId="{5B94072D-252A-4B3F-ACCA-DD08F8B3B02E}">
      <dsp:nvSpPr>
        <dsp:cNvPr id="0" name=""/>
        <dsp:cNvSpPr/>
      </dsp:nvSpPr>
      <dsp:spPr>
        <a:xfrm>
          <a:off x="1109" y="2731132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BD89B-AD10-4894-A1BD-F3F08AC990BA}">
      <dsp:nvSpPr>
        <dsp:cNvPr id="0" name=""/>
        <dsp:cNvSpPr/>
      </dsp:nvSpPr>
      <dsp:spPr>
        <a:xfrm>
          <a:off x="108024" y="2838047"/>
          <a:ext cx="295288" cy="2952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02EB5-36AA-4E84-90EC-64D3DFA178EF}">
      <dsp:nvSpPr>
        <dsp:cNvPr id="0" name=""/>
        <dsp:cNvSpPr/>
      </dsp:nvSpPr>
      <dsp:spPr>
        <a:xfrm>
          <a:off x="619324" y="2731132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Class Precision (Fail): 90.32%</a:t>
          </a:r>
        </a:p>
      </dsp:txBody>
      <dsp:txXfrm>
        <a:off x="619324" y="2731132"/>
        <a:ext cx="1200065" cy="509118"/>
      </dsp:txXfrm>
    </dsp:sp>
    <dsp:sp modelId="{C9BCEE0D-F44F-4577-9253-D6F09F5E0576}">
      <dsp:nvSpPr>
        <dsp:cNvPr id="0" name=""/>
        <dsp:cNvSpPr/>
      </dsp:nvSpPr>
      <dsp:spPr>
        <a:xfrm>
          <a:off x="2028492" y="2731132"/>
          <a:ext cx="509118" cy="50911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62AE2-0346-4E25-AE45-383D7458350E}">
      <dsp:nvSpPr>
        <dsp:cNvPr id="0" name=""/>
        <dsp:cNvSpPr/>
      </dsp:nvSpPr>
      <dsp:spPr>
        <a:xfrm>
          <a:off x="2135407" y="2838047"/>
          <a:ext cx="295288" cy="29528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29124-76E2-4B1F-AA3E-13FC6CC2542D}">
      <dsp:nvSpPr>
        <dsp:cNvPr id="0" name=""/>
        <dsp:cNvSpPr/>
      </dsp:nvSpPr>
      <dsp:spPr>
        <a:xfrm>
          <a:off x="2646708" y="2731132"/>
          <a:ext cx="1200065" cy="50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444444"/>
              </a:solidFill>
              <a:latin typeface="Calibri"/>
            </a:rPr>
            <a:t>Class Recall (Fail): 89.36%</a:t>
          </a:r>
        </a:p>
      </dsp:txBody>
      <dsp:txXfrm>
        <a:off x="2646708" y="2731132"/>
        <a:ext cx="1200065" cy="50911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60DFB-7C13-406B-982A-AFB4DD1C9A67}">
      <dsp:nvSpPr>
        <dsp:cNvPr id="0" name=""/>
        <dsp:cNvSpPr/>
      </dsp:nvSpPr>
      <dsp:spPr>
        <a:xfrm>
          <a:off x="0" y="2080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DF814-E6E2-4CC2-9FDB-367AB2B4F2BE}">
      <dsp:nvSpPr>
        <dsp:cNvPr id="0" name=""/>
        <dsp:cNvSpPr/>
      </dsp:nvSpPr>
      <dsp:spPr>
        <a:xfrm>
          <a:off x="0" y="2080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Accuracy:</a:t>
          </a:r>
          <a:r>
            <a:rPr lang="en-US" sz="1100" kern="1200"/>
            <a:t> 98.67%</a:t>
          </a:r>
          <a:endParaRPr lang="en-US" sz="1100" kern="1200">
            <a:latin typeface="Calibri"/>
          </a:endParaRPr>
        </a:p>
      </dsp:txBody>
      <dsp:txXfrm>
        <a:off x="0" y="2080"/>
        <a:ext cx="4042654" cy="386985"/>
      </dsp:txXfrm>
    </dsp:sp>
    <dsp:sp modelId="{19F691E9-5D8E-4A6B-8539-35239F95D21F}">
      <dsp:nvSpPr>
        <dsp:cNvPr id="0" name=""/>
        <dsp:cNvSpPr/>
      </dsp:nvSpPr>
      <dsp:spPr>
        <a:xfrm>
          <a:off x="0" y="389066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13407-DBF5-48C9-A254-A13E92142F96}">
      <dsp:nvSpPr>
        <dsp:cNvPr id="0" name=""/>
        <dsp:cNvSpPr/>
      </dsp:nvSpPr>
      <dsp:spPr>
        <a:xfrm>
          <a:off x="0" y="389066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Precision (Pass):</a:t>
          </a:r>
          <a:r>
            <a:rPr lang="en-US" sz="1100" kern="1200"/>
            <a:t> 98.56%</a:t>
          </a:r>
        </a:p>
      </dsp:txBody>
      <dsp:txXfrm>
        <a:off x="0" y="389066"/>
        <a:ext cx="4042654" cy="386985"/>
      </dsp:txXfrm>
    </dsp:sp>
    <dsp:sp modelId="{5D7C381B-5CB2-4E7E-A9B5-B8D8B14342E1}">
      <dsp:nvSpPr>
        <dsp:cNvPr id="0" name=""/>
        <dsp:cNvSpPr/>
      </dsp:nvSpPr>
      <dsp:spPr>
        <a:xfrm>
          <a:off x="0" y="776051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C8E00-369F-4A91-ADE0-4C19719F2E5E}">
      <dsp:nvSpPr>
        <dsp:cNvPr id="0" name=""/>
        <dsp:cNvSpPr/>
      </dsp:nvSpPr>
      <dsp:spPr>
        <a:xfrm>
          <a:off x="0" y="776051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Recall (Pass):</a:t>
          </a:r>
          <a:r>
            <a:rPr lang="en-US" sz="1100" kern="1200"/>
            <a:t> 99.51%</a:t>
          </a:r>
        </a:p>
      </dsp:txBody>
      <dsp:txXfrm>
        <a:off x="0" y="776051"/>
        <a:ext cx="4042654" cy="386985"/>
      </dsp:txXfrm>
    </dsp:sp>
    <dsp:sp modelId="{C8C34AA8-81DA-4B84-9502-3508AF815A5B}">
      <dsp:nvSpPr>
        <dsp:cNvPr id="0" name=""/>
        <dsp:cNvSpPr/>
      </dsp:nvSpPr>
      <dsp:spPr>
        <a:xfrm>
          <a:off x="0" y="1163037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56B47-77E9-43B1-861A-36AAF9A252D1}">
      <dsp:nvSpPr>
        <dsp:cNvPr id="0" name=""/>
        <dsp:cNvSpPr/>
      </dsp:nvSpPr>
      <dsp:spPr>
        <a:xfrm>
          <a:off x="0" y="1163037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Precision (Fail):</a:t>
          </a:r>
          <a:r>
            <a:rPr lang="en-US" sz="1100" kern="1200"/>
            <a:t> 98.91%</a:t>
          </a:r>
        </a:p>
      </dsp:txBody>
      <dsp:txXfrm>
        <a:off x="0" y="1163037"/>
        <a:ext cx="4042654" cy="386985"/>
      </dsp:txXfrm>
    </dsp:sp>
    <dsp:sp modelId="{74F47096-63BD-4676-A7D9-CC85A87313D2}">
      <dsp:nvSpPr>
        <dsp:cNvPr id="0" name=""/>
        <dsp:cNvSpPr/>
      </dsp:nvSpPr>
      <dsp:spPr>
        <a:xfrm>
          <a:off x="0" y="1550023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07F81-76D3-4A04-903A-74E7877840AF}">
      <dsp:nvSpPr>
        <dsp:cNvPr id="0" name=""/>
        <dsp:cNvSpPr/>
      </dsp:nvSpPr>
      <dsp:spPr>
        <a:xfrm>
          <a:off x="0" y="1550023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Recall (Fail):</a:t>
          </a:r>
          <a:r>
            <a:rPr lang="en-US" sz="1100" kern="1200"/>
            <a:t> 96.61%</a:t>
          </a:r>
        </a:p>
      </dsp:txBody>
      <dsp:txXfrm>
        <a:off x="0" y="1550023"/>
        <a:ext cx="4042654" cy="386985"/>
      </dsp:txXfrm>
    </dsp:sp>
    <dsp:sp modelId="{065C9ADA-8B09-4C18-BDB9-4D59BDD372F7}">
      <dsp:nvSpPr>
        <dsp:cNvPr id="0" name=""/>
        <dsp:cNvSpPr/>
      </dsp:nvSpPr>
      <dsp:spPr>
        <a:xfrm>
          <a:off x="0" y="1937009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1C9E6-056A-4E82-87C5-48EA4F46E810}">
      <dsp:nvSpPr>
        <dsp:cNvPr id="0" name=""/>
        <dsp:cNvSpPr/>
      </dsp:nvSpPr>
      <dsp:spPr>
        <a:xfrm>
          <a:off x="0" y="1937009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ANN model achieved </a:t>
          </a:r>
          <a:r>
            <a:rPr lang="en-US" sz="1100" b="1" kern="1200"/>
            <a:t>highest accuracy</a:t>
          </a:r>
          <a:r>
            <a:rPr lang="en-US" sz="1100" kern="1200"/>
            <a:t> among tested models</a:t>
          </a:r>
          <a:endParaRPr lang="en-US" sz="1100" kern="1200">
            <a:latin typeface="Calibri"/>
          </a:endParaRPr>
        </a:p>
      </dsp:txBody>
      <dsp:txXfrm>
        <a:off x="0" y="1937009"/>
        <a:ext cx="4042654" cy="386985"/>
      </dsp:txXfrm>
    </dsp:sp>
    <dsp:sp modelId="{A299D20D-EEC6-48E4-BD0F-6106FDCEFEFF}">
      <dsp:nvSpPr>
        <dsp:cNvPr id="0" name=""/>
        <dsp:cNvSpPr/>
      </dsp:nvSpPr>
      <dsp:spPr>
        <a:xfrm>
          <a:off x="0" y="2323994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6F7BA-656D-404D-93B2-9F7D343B037C}">
      <dsp:nvSpPr>
        <dsp:cNvPr id="0" name=""/>
        <dsp:cNvSpPr/>
      </dsp:nvSpPr>
      <dsp:spPr>
        <a:xfrm>
          <a:off x="0" y="2323994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Very low misclassification rate: only 3 Pass and 1 Fail misclassified</a:t>
          </a:r>
        </a:p>
      </dsp:txBody>
      <dsp:txXfrm>
        <a:off x="0" y="2323994"/>
        <a:ext cx="4042654" cy="386985"/>
      </dsp:txXfrm>
    </dsp:sp>
    <dsp:sp modelId="{E1C5FD7E-3A58-44FA-91C7-ADFECDC9074E}">
      <dsp:nvSpPr>
        <dsp:cNvPr id="0" name=""/>
        <dsp:cNvSpPr/>
      </dsp:nvSpPr>
      <dsp:spPr>
        <a:xfrm>
          <a:off x="0" y="2710980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108FD-346D-4DD5-8526-0610141E715D}">
      <dsp:nvSpPr>
        <dsp:cNvPr id="0" name=""/>
        <dsp:cNvSpPr/>
      </dsp:nvSpPr>
      <dsp:spPr>
        <a:xfrm>
          <a:off x="0" y="2710980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Excellent balance between precision and recall</a:t>
          </a:r>
        </a:p>
      </dsp:txBody>
      <dsp:txXfrm>
        <a:off x="0" y="2710980"/>
        <a:ext cx="4042654" cy="386985"/>
      </dsp:txXfrm>
    </dsp:sp>
    <dsp:sp modelId="{402823FB-275F-42F1-91C2-D72DCA241638}">
      <dsp:nvSpPr>
        <dsp:cNvPr id="0" name=""/>
        <dsp:cNvSpPr/>
      </dsp:nvSpPr>
      <dsp:spPr>
        <a:xfrm>
          <a:off x="0" y="3097966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94411-ADB4-4615-9819-7BEC415EC561}">
      <dsp:nvSpPr>
        <dsp:cNvPr id="0" name=""/>
        <dsp:cNvSpPr/>
      </dsp:nvSpPr>
      <dsp:spPr>
        <a:xfrm>
          <a:off x="0" y="3097966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Neural Network provides </a:t>
          </a:r>
          <a:r>
            <a:rPr lang="en-US" sz="1100" b="1" kern="1200"/>
            <a:t>robust and highly accurate</a:t>
          </a:r>
          <a:r>
            <a:rPr lang="en-US" sz="1100" kern="1200"/>
            <a:t> classification</a:t>
          </a:r>
          <a:endParaRPr lang="en-US" sz="1100" kern="1200">
            <a:latin typeface="Calibri"/>
          </a:endParaRPr>
        </a:p>
      </dsp:txBody>
      <dsp:txXfrm>
        <a:off x="0" y="3097966"/>
        <a:ext cx="4042654" cy="386985"/>
      </dsp:txXfrm>
    </dsp:sp>
    <dsp:sp modelId="{7D69101D-8B18-4937-9FFF-5F6D309BCB38}">
      <dsp:nvSpPr>
        <dsp:cNvPr id="0" name=""/>
        <dsp:cNvSpPr/>
      </dsp:nvSpPr>
      <dsp:spPr>
        <a:xfrm>
          <a:off x="0" y="3484952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2529D-B862-4CF8-8613-E1558319D357}">
      <dsp:nvSpPr>
        <dsp:cNvPr id="0" name=""/>
        <dsp:cNvSpPr/>
      </dsp:nvSpPr>
      <dsp:spPr>
        <a:xfrm>
          <a:off x="0" y="3484952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Well-suited for complex patterns in student performance data</a:t>
          </a:r>
        </a:p>
      </dsp:txBody>
      <dsp:txXfrm>
        <a:off x="0" y="3484952"/>
        <a:ext cx="4042654" cy="386985"/>
      </dsp:txXfrm>
    </dsp:sp>
    <dsp:sp modelId="{7D3D6A46-ED81-4FDE-9FB7-56519EF2BE69}">
      <dsp:nvSpPr>
        <dsp:cNvPr id="0" name=""/>
        <dsp:cNvSpPr/>
      </dsp:nvSpPr>
      <dsp:spPr>
        <a:xfrm>
          <a:off x="0" y="3871937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733B8-88F4-4A17-A0EC-D2EF4EA87A99}">
      <dsp:nvSpPr>
        <dsp:cNvPr id="0" name=""/>
        <dsp:cNvSpPr/>
      </dsp:nvSpPr>
      <dsp:spPr>
        <a:xfrm>
          <a:off x="0" y="3871937"/>
          <a:ext cx="4042654" cy="38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0" y="3871937"/>
        <a:ext cx="4042654" cy="38698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0EFA8-FEAC-4079-9927-A5943BB2E21B}">
      <dsp:nvSpPr>
        <dsp:cNvPr id="0" name=""/>
        <dsp:cNvSpPr/>
      </dsp:nvSpPr>
      <dsp:spPr>
        <a:xfrm>
          <a:off x="0" y="520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8E61C-2211-4668-B82C-1729210201F7}">
      <dsp:nvSpPr>
        <dsp:cNvPr id="0" name=""/>
        <dsp:cNvSpPr/>
      </dsp:nvSpPr>
      <dsp:spPr>
        <a:xfrm>
          <a:off x="0" y="520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Accuracy</a:t>
          </a:r>
          <a:r>
            <a:rPr lang="en-US" sz="1300" kern="1200"/>
            <a:t>: 98.67%</a:t>
          </a:r>
          <a:endParaRPr lang="en-US" sz="1300" kern="1200">
            <a:latin typeface="Calibri"/>
          </a:endParaRPr>
        </a:p>
      </dsp:txBody>
      <dsp:txXfrm>
        <a:off x="0" y="520"/>
        <a:ext cx="4042654" cy="473329"/>
      </dsp:txXfrm>
    </dsp:sp>
    <dsp:sp modelId="{113EC745-555E-48B1-BEBA-08A0FD9B9ADB}">
      <dsp:nvSpPr>
        <dsp:cNvPr id="0" name=""/>
        <dsp:cNvSpPr/>
      </dsp:nvSpPr>
      <dsp:spPr>
        <a:xfrm>
          <a:off x="0" y="473849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CBD54-3A04-4BB3-9ADD-F128E384B563}">
      <dsp:nvSpPr>
        <dsp:cNvPr id="0" name=""/>
        <dsp:cNvSpPr/>
      </dsp:nvSpPr>
      <dsp:spPr>
        <a:xfrm>
          <a:off x="0" y="473849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Precision</a:t>
          </a:r>
          <a:r>
            <a:rPr lang="en-US" sz="1300" kern="1200"/>
            <a:t>:</a:t>
          </a:r>
          <a:r>
            <a:rPr lang="en-US" sz="1300" kern="1200">
              <a:latin typeface="Calibri"/>
            </a:rPr>
            <a:t> </a:t>
          </a:r>
          <a:r>
            <a:rPr lang="en-US" sz="1300" kern="1200"/>
            <a:t>Pass: 99.51</a:t>
          </a:r>
          <a:r>
            <a:rPr lang="en-US" sz="1300" kern="1200">
              <a:latin typeface="Calibri"/>
            </a:rPr>
            <a:t>%, </a:t>
          </a:r>
          <a:r>
            <a:rPr lang="en-US" sz="1300" kern="1200"/>
            <a:t>Fail: 96.88%</a:t>
          </a:r>
        </a:p>
      </dsp:txBody>
      <dsp:txXfrm>
        <a:off x="0" y="473849"/>
        <a:ext cx="4042654" cy="473329"/>
      </dsp:txXfrm>
    </dsp:sp>
    <dsp:sp modelId="{EA55122A-3F97-45F8-853A-5C5DFBE8A3A7}">
      <dsp:nvSpPr>
        <dsp:cNvPr id="0" name=""/>
        <dsp:cNvSpPr/>
      </dsp:nvSpPr>
      <dsp:spPr>
        <a:xfrm>
          <a:off x="0" y="947178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D1268-1499-4897-A8BB-117B9E053A63}">
      <dsp:nvSpPr>
        <dsp:cNvPr id="0" name=""/>
        <dsp:cNvSpPr/>
      </dsp:nvSpPr>
      <dsp:spPr>
        <a:xfrm>
          <a:off x="0" y="947178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Recall</a:t>
          </a:r>
          <a:r>
            <a:rPr lang="en-US" sz="1300" kern="1200"/>
            <a:t>:</a:t>
          </a:r>
          <a:r>
            <a:rPr lang="en-US" sz="1300" kern="1200">
              <a:latin typeface="Calibri"/>
            </a:rPr>
            <a:t> </a:t>
          </a:r>
          <a:r>
            <a:rPr lang="en-US" sz="1300" kern="1200"/>
            <a:t>Pass: 98.54</a:t>
          </a:r>
          <a:r>
            <a:rPr lang="en-US" sz="1300" kern="1200">
              <a:latin typeface="Calibri"/>
            </a:rPr>
            <a:t>%, </a:t>
          </a:r>
          <a:r>
            <a:rPr lang="en-US" sz="1300" kern="1200"/>
            <a:t>Fail: 98.94%</a:t>
          </a:r>
        </a:p>
      </dsp:txBody>
      <dsp:txXfrm>
        <a:off x="0" y="947178"/>
        <a:ext cx="4042654" cy="473329"/>
      </dsp:txXfrm>
    </dsp:sp>
    <dsp:sp modelId="{40EB5178-1EC7-450B-8F06-39E3D9829CCC}">
      <dsp:nvSpPr>
        <dsp:cNvPr id="0" name=""/>
        <dsp:cNvSpPr/>
      </dsp:nvSpPr>
      <dsp:spPr>
        <a:xfrm>
          <a:off x="0" y="1420508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58A73-4C1E-434B-8022-55A6A1A941AC}">
      <dsp:nvSpPr>
        <dsp:cNvPr id="0" name=""/>
        <dsp:cNvSpPr/>
      </dsp:nvSpPr>
      <dsp:spPr>
        <a:xfrm>
          <a:off x="0" y="1420508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model achieved very high accuracy and recall.</a:t>
          </a:r>
          <a:endParaRPr lang="en-US" sz="1300" kern="1200">
            <a:latin typeface="Calibri"/>
          </a:endParaRPr>
        </a:p>
      </dsp:txBody>
      <dsp:txXfrm>
        <a:off x="0" y="1420508"/>
        <a:ext cx="4042654" cy="473329"/>
      </dsp:txXfrm>
    </dsp:sp>
    <dsp:sp modelId="{0AAEBA34-FDE6-444C-A130-D0B2AD3B137D}">
      <dsp:nvSpPr>
        <dsp:cNvPr id="0" name=""/>
        <dsp:cNvSpPr/>
      </dsp:nvSpPr>
      <dsp:spPr>
        <a:xfrm>
          <a:off x="0" y="1893837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D0F07-DFAB-4CDE-9919-B116048B1124}">
      <dsp:nvSpPr>
        <dsp:cNvPr id="0" name=""/>
        <dsp:cNvSpPr/>
      </dsp:nvSpPr>
      <dsp:spPr>
        <a:xfrm>
          <a:off x="0" y="1893837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Precision is balanced across both classes.</a:t>
          </a:r>
        </a:p>
      </dsp:txBody>
      <dsp:txXfrm>
        <a:off x="0" y="1893837"/>
        <a:ext cx="4042654" cy="473329"/>
      </dsp:txXfrm>
    </dsp:sp>
    <dsp:sp modelId="{DCBEBC92-11AE-455D-8F93-7490E72088E9}">
      <dsp:nvSpPr>
        <dsp:cNvPr id="0" name=""/>
        <dsp:cNvSpPr/>
      </dsp:nvSpPr>
      <dsp:spPr>
        <a:xfrm>
          <a:off x="0" y="2367166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B1888-C705-4531-B25C-B13F00CD63AB}">
      <dsp:nvSpPr>
        <dsp:cNvPr id="0" name=""/>
        <dsp:cNvSpPr/>
      </dsp:nvSpPr>
      <dsp:spPr>
        <a:xfrm>
          <a:off x="0" y="2367166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Performs well despite slight class imbalance.</a:t>
          </a:r>
        </a:p>
      </dsp:txBody>
      <dsp:txXfrm>
        <a:off x="0" y="2367166"/>
        <a:ext cx="4042654" cy="473329"/>
      </dsp:txXfrm>
    </dsp:sp>
    <dsp:sp modelId="{AA5997D5-D9C8-4331-BDF7-28A8BA997E75}">
      <dsp:nvSpPr>
        <dsp:cNvPr id="0" name=""/>
        <dsp:cNvSpPr/>
      </dsp:nvSpPr>
      <dsp:spPr>
        <a:xfrm>
          <a:off x="0" y="2840495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2772C-19A8-49A0-93C5-5E49D45DA6A0}">
      <dsp:nvSpPr>
        <dsp:cNvPr id="0" name=""/>
        <dsp:cNvSpPr/>
      </dsp:nvSpPr>
      <dsp:spPr>
        <a:xfrm>
          <a:off x="0" y="2840495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Issue</a:t>
          </a:r>
          <a:r>
            <a:rPr lang="en-US" sz="1300" kern="1200"/>
            <a:t>: “SVM (Linear) cannot handle polynomial label.”</a:t>
          </a:r>
          <a:endParaRPr lang="en-GB" sz="1300" kern="1200"/>
        </a:p>
      </dsp:txBody>
      <dsp:txXfrm>
        <a:off x="0" y="2840495"/>
        <a:ext cx="4042654" cy="473329"/>
      </dsp:txXfrm>
    </dsp:sp>
    <dsp:sp modelId="{9C669A41-062E-44F4-B5BF-84C89FE0591C}">
      <dsp:nvSpPr>
        <dsp:cNvPr id="0" name=""/>
        <dsp:cNvSpPr/>
      </dsp:nvSpPr>
      <dsp:spPr>
        <a:xfrm>
          <a:off x="0" y="3313825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3A840-DF4C-4EB8-9C74-9F2C3AC4D99A}">
      <dsp:nvSpPr>
        <dsp:cNvPr id="0" name=""/>
        <dsp:cNvSpPr/>
      </dsp:nvSpPr>
      <dsp:spPr>
        <a:xfrm>
          <a:off x="0" y="3313825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Solution</a:t>
          </a:r>
          <a:r>
            <a:rPr lang="en-US" sz="1300" kern="1200"/>
            <a:t>: Converted label attribute to </a:t>
          </a:r>
          <a:r>
            <a:rPr lang="en-US" sz="1300" b="1" kern="1200"/>
            <a:t>binominal</a:t>
          </a:r>
          <a:r>
            <a:rPr lang="en-US" sz="1300" kern="1200"/>
            <a:t> format.</a:t>
          </a:r>
        </a:p>
      </dsp:txBody>
      <dsp:txXfrm>
        <a:off x="0" y="3313825"/>
        <a:ext cx="4042654" cy="473329"/>
      </dsp:txXfrm>
    </dsp:sp>
    <dsp:sp modelId="{83846256-45C3-4E5F-BDE8-B65B8157F96D}">
      <dsp:nvSpPr>
        <dsp:cNvPr id="0" name=""/>
        <dsp:cNvSpPr/>
      </dsp:nvSpPr>
      <dsp:spPr>
        <a:xfrm>
          <a:off x="0" y="3787154"/>
          <a:ext cx="404265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405BB-2489-4698-B67E-BD6ADBBD9BCC}">
      <dsp:nvSpPr>
        <dsp:cNvPr id="0" name=""/>
        <dsp:cNvSpPr/>
      </dsp:nvSpPr>
      <dsp:spPr>
        <a:xfrm>
          <a:off x="0" y="3787154"/>
          <a:ext cx="4042654" cy="47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0" y="3787154"/>
        <a:ext cx="4042654" cy="47332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855CD-B6DF-4E36-9F03-1A6825A9C640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FF7E4-8578-4286-B530-41AE4B9106C4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C27C8-784B-472A-AD15-1DEBF297D9FB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Detect students at risk early.</a:t>
          </a:r>
        </a:p>
      </dsp:txBody>
      <dsp:txXfrm>
        <a:off x="1939533" y="717"/>
        <a:ext cx="2786667" cy="1679249"/>
      </dsp:txXfrm>
    </dsp:sp>
    <dsp:sp modelId="{CDA98357-46FA-4F55-BCB6-FDB7F42C1581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8F9B3-52F1-4314-A057-99BFE5F0E996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A7B62-CC56-4C50-89AF-454B1530F3CE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Personalized academic assistance.</a:t>
          </a:r>
        </a:p>
      </dsp:txBody>
      <dsp:txXfrm>
        <a:off x="1939533" y="2099779"/>
        <a:ext cx="2786667" cy="1679249"/>
      </dsp:txXfrm>
    </dsp:sp>
    <dsp:sp modelId="{7FC893B3-6EB8-41D8-B202-8377C143F473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2177E-6591-4444-A062-A548A30A775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F3207-9286-4DDB-8A4A-8733B84E54CA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Better institutional planning and performance.</a:t>
          </a:r>
        </a:p>
      </dsp:txBody>
      <dsp:txXfrm>
        <a:off x="1939533" y="4198841"/>
        <a:ext cx="2786667" cy="167924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6DB0C-B2E2-4B3A-A892-1CF570D1DC67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94EA2-3C2F-4B9E-8A0D-2D95A3E42057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Test preparation significantly boosts outcomes.</a:t>
          </a:r>
        </a:p>
      </dsp:txBody>
      <dsp:txXfrm>
        <a:off x="0" y="2870"/>
        <a:ext cx="4726201" cy="1957689"/>
      </dsp:txXfrm>
    </dsp:sp>
    <dsp:sp modelId="{2456B3CE-5C34-493D-9374-802822D1F8B5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CF6E5-79D3-45C1-A9D6-FF9A6AD408CB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Parental involvement should be encouraged.</a:t>
          </a:r>
        </a:p>
      </dsp:txBody>
      <dsp:txXfrm>
        <a:off x="0" y="1960559"/>
        <a:ext cx="4726201" cy="1957689"/>
      </dsp:txXfrm>
    </dsp:sp>
    <dsp:sp modelId="{DF1D8C6F-2678-4658-AB2D-28EFB9867828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86B2E-0E03-47AC-A646-B24E444EC61A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Tailor strategies based on demographic insights.</a:t>
          </a:r>
        </a:p>
      </dsp:txBody>
      <dsp:txXfrm>
        <a:off x="0" y="3918249"/>
        <a:ext cx="4726201" cy="195768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CA41E-F1FE-48F7-899B-326C3709FCB3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E4D46-38AD-40F9-A045-CDD4D0B708C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11A8-5CE7-44A2-A8A4-F03C1C3893FC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</a:rPr>
            <a:t>SVM</a:t>
          </a:r>
          <a:r>
            <a:rPr lang="en-US" sz="2300" kern="1200"/>
            <a:t> was best overall performer.</a:t>
          </a:r>
        </a:p>
      </dsp:txBody>
      <dsp:txXfrm>
        <a:off x="1939533" y="717"/>
        <a:ext cx="2786667" cy="1679249"/>
      </dsp:txXfrm>
    </dsp:sp>
    <dsp:sp modelId="{F057D39C-F294-4605-8439-5443B66FC813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22567-FF39-4034-9E29-C58847A6C1BE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B9D50-5907-446B-9030-D114CA44DB2C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Predictive modeling supports data-driven education.</a:t>
          </a:r>
        </a:p>
      </dsp:txBody>
      <dsp:txXfrm>
        <a:off x="1939533" y="2099779"/>
        <a:ext cx="2786667" cy="1679249"/>
      </dsp:txXfrm>
    </dsp:sp>
    <dsp:sp modelId="{21BCD50E-0C73-490A-9DB7-6136FDBE8FD3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1FBFA-4CE0-4925-9D5D-7EE8976E8484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C11D2-2136-4CEF-B15E-3A0E0D5665D0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Scope for continuous model updates and scaling.</a:t>
          </a:r>
        </a:p>
      </dsp:txBody>
      <dsp:txXfrm>
        <a:off x="1939533" y="4198841"/>
        <a:ext cx="2786667" cy="167924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C352A-E844-40AA-B8AC-87C8178390A4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8030C-8B44-4931-A8CF-1C0A684A66C7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1DCBC-8208-4972-9ACA-894573BA4217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Thank you for your attention!</a:t>
          </a:r>
        </a:p>
      </dsp:txBody>
      <dsp:txXfrm>
        <a:off x="2037007" y="955306"/>
        <a:ext cx="2689193" cy="1763642"/>
      </dsp:txXfrm>
    </dsp:sp>
    <dsp:sp modelId="{5FFF201D-EA7F-4746-BFE8-FE042BBE20B9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E71BF-4276-40BD-B720-7BDF63C206F9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878AC-7284-445E-8D4A-3D03FE6C44F4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</a:rPr>
            <a:t>- We welcome your questions.</a:t>
          </a:r>
          <a:endParaRPr lang="en-US" sz="2500" kern="1200"/>
        </a:p>
      </dsp:txBody>
      <dsp:txXfrm>
        <a:off x="2037007" y="3159859"/>
        <a:ext cx="2689193" cy="1763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48.png"/><Relationship Id="rId7" Type="http://schemas.openxmlformats.org/officeDocument/2006/relationships/diagramQuickStyle" Target="../diagrams/quickStyle12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49.jpeg"/><Relationship Id="rId9" Type="http://schemas.microsoft.com/office/2007/relationships/diagramDrawing" Target="../diagrams/drawing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diagramLayout" Target="../diagrams/layout13.xml"/><Relationship Id="rId7" Type="http://schemas.openxmlformats.org/officeDocument/2006/relationships/image" Target="../media/image50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5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6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diagramLayout" Target="../diagrams/layout15.xml"/><Relationship Id="rId7" Type="http://schemas.openxmlformats.org/officeDocument/2006/relationships/image" Target="../media/image74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eg"/><Relationship Id="rId3" Type="http://schemas.openxmlformats.org/officeDocument/2006/relationships/diagramLayout" Target="../diagrams/layout16.xml"/><Relationship Id="rId7" Type="http://schemas.openxmlformats.org/officeDocument/2006/relationships/image" Target="../media/image76.jpe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eg"/><Relationship Id="rId3" Type="http://schemas.openxmlformats.org/officeDocument/2006/relationships/diagramLayout" Target="../diagrams/layout17.xml"/><Relationship Id="rId7" Type="http://schemas.openxmlformats.org/officeDocument/2006/relationships/image" Target="../media/image78.jpe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 Mining</a:t>
            </a:r>
            <a:br>
              <a:rPr lang="en-US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</a:rPr>
              <a:t>Project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4E6C7D-2E78-03FB-D61C-48A44D596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467231"/>
              </p:ext>
            </p:extLst>
          </p:nvPr>
        </p:nvGraphicFramePr>
        <p:xfrm>
          <a:off x="4095452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4F2D50-F540-0069-F364-E02460FE70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75466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Business Understanding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1C35EB-FCEA-9D56-0717-54DB67375E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35766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Problem Statement &amp; Goals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4202D-69EA-5604-ECCD-73E3AAC20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23730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Hypotheses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360CF3-7C01-B5FD-3AC7-20851B015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35323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Dataset Overview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C6090C-B9E5-9BB0-68D1-B66EAAF38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65340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Target Variables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1EDB51-5E3D-71C5-2DCA-6FEF23442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84196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Data Preparation - Derived Variables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CD5AAF-5426-BCEF-E79B-5A278F907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55082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Data Preparation - Cleaning &amp; Transformation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AB1472-A685-768A-BC33-441374B91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60880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Feature Selection &amp; Correlation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06C529-F722-F6DA-7A2A-BD4A8E5EE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476931"/>
              </p:ext>
            </p:extLst>
          </p:nvPr>
        </p:nvGraphicFramePr>
        <p:xfrm>
          <a:off x="4271977" y="486366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Tools Used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23E9E9-CC2A-5A3E-9EC9-45C99DE4E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2290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2" name="Rectangle 6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Freeform: Shape 612">
            <a:extLst>
              <a:ext uri="{FF2B5EF4-FFF2-40B4-BE49-F238E27FC236}">
                <a16:creationId xmlns:a16="http://schemas.microsoft.com/office/drawing/2014/main" id="{DB74BAD7-F0FC-4719-A31F-1ABDB621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9"/>
            <a:ext cx="5127695" cy="1322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Regression Modeling - Linear Regression</a:t>
            </a:r>
          </a:p>
        </p:txBody>
      </p:sp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16DA6-4120-A146-3889-1BAC5D2E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5" t="-2637" r="10237" b="1145"/>
          <a:stretch/>
        </p:blipFill>
        <p:spPr>
          <a:xfrm>
            <a:off x="6375909" y="402193"/>
            <a:ext cx="2654803" cy="1914011"/>
          </a:xfrm>
          <a:prstGeom prst="rect">
            <a:avLst/>
          </a:prstGeom>
        </p:spPr>
      </p:pic>
      <p:pic>
        <p:nvPicPr>
          <p:cNvPr id="46" name="Picture 4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6E1B4215-9A99-4A45-B73E-8BEF94DD9B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92" t="-2983" r="17256" b="7835"/>
          <a:stretch/>
        </p:blipFill>
        <p:spPr>
          <a:xfrm>
            <a:off x="6366345" y="2498928"/>
            <a:ext cx="2664366" cy="1850639"/>
          </a:xfrm>
          <a:prstGeom prst="rect">
            <a:avLst/>
          </a:prstGeom>
        </p:spPr>
      </p:pic>
      <p:pic>
        <p:nvPicPr>
          <p:cNvPr id="606" name="Picture 60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E05CF5-1F06-E60C-57CA-8F38B938F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909" y="4618373"/>
            <a:ext cx="2673932" cy="1555497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723136-A1AC-9400-FD40-1BB31B0F5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18882"/>
              </p:ext>
            </p:extLst>
          </p:nvPr>
        </p:nvGraphicFramePr>
        <p:xfrm>
          <a:off x="852775" y="2194101"/>
          <a:ext cx="4825354" cy="397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843D5-FC93-49D4-366A-FB10DA8F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2" name="Rectangle 611">
            <a:extLst>
              <a:ext uri="{FF2B5EF4-FFF2-40B4-BE49-F238E27FC236}">
                <a16:creationId xmlns:a16="http://schemas.microsoft.com/office/drawing/2014/main" id="{ACAA15DD-AAFD-DEC4-BD8F-E9D025851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Freeform: Shape 612">
            <a:extLst>
              <a:ext uri="{FF2B5EF4-FFF2-40B4-BE49-F238E27FC236}">
                <a16:creationId xmlns:a16="http://schemas.microsoft.com/office/drawing/2014/main" id="{363392E3-E3AD-DF14-E989-FBE05CC86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7F7AF-BFEE-A6B5-4B62-E842ADA9F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599"/>
            <a:ext cx="5127695" cy="1322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Regression Modelling – SVM</a:t>
            </a:r>
            <a:endParaRPr lang="en-US" sz="360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783830-0452-4339-4097-E3FA54F4D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298797"/>
              </p:ext>
            </p:extLst>
          </p:nvPr>
        </p:nvGraphicFramePr>
        <p:xfrm>
          <a:off x="279069" y="1929314"/>
          <a:ext cx="5072489" cy="4624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C367D6-7427-D82D-4E3E-49929F7A3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633" y="608845"/>
            <a:ext cx="3283367" cy="1853847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A5D9EDB-F0E7-9ADB-3F0C-9E60792A6E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6956" y="2652859"/>
            <a:ext cx="3274541" cy="186335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B61883-0A6A-1D89-DB34-C3C41E1002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278" y="4732176"/>
            <a:ext cx="3283588" cy="181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66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4738986" cy="1454051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Classification Modeling - Decision Tree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BE73EA-3AC9-0AA8-0394-B0437A6C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7" r="554" b="5172"/>
          <a:stretch/>
        </p:blipFill>
        <p:spPr>
          <a:xfrm>
            <a:off x="5345408" y="335322"/>
            <a:ext cx="3713195" cy="227002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66F55-A18B-C0ED-D498-6C3DDB0C7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679724"/>
              </p:ext>
            </p:extLst>
          </p:nvPr>
        </p:nvGraphicFramePr>
        <p:xfrm>
          <a:off x="603504" y="2421682"/>
          <a:ext cx="3487893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5" name="Picture 4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94D086-895C-18E5-6B1B-C1F228D8EF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6753" y="2800669"/>
            <a:ext cx="3711164" cy="2270535"/>
          </a:xfrm>
          <a:prstGeom prst="rect">
            <a:avLst/>
          </a:prstGeom>
        </p:spPr>
      </p:pic>
      <p:pic>
        <p:nvPicPr>
          <p:cNvPr id="416" name="Picture 4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2959A-CC8E-7B9C-9A20-77B03BD70C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6115" y="4424921"/>
            <a:ext cx="3722004" cy="23027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345B3-EF34-8A17-C1C8-2BE54609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E3168AB-209A-DF85-596F-7F630B530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62621-E48F-9439-E6B3-98F39DCA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34277"/>
            <a:ext cx="4738986" cy="1454051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Classification Modeling –</a:t>
            </a:r>
            <a:br>
              <a:rPr lang="en-US" sz="3100">
                <a:solidFill>
                  <a:schemeClr val="tx2"/>
                </a:solidFill>
              </a:rPr>
            </a:br>
            <a:r>
              <a:rPr lang="en-US" sz="3100">
                <a:solidFill>
                  <a:schemeClr val="tx2"/>
                </a:solidFill>
              </a:rPr>
              <a:t>k-NN</a:t>
            </a:r>
            <a:endParaRPr lang="en-US" sz="31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A7A6DEF-409A-585D-18C4-261ADD0BC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786CA4A-770D-C22A-93BC-001D565FE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589F8EC-10A8-2F94-C48F-A15BBD630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3EC76B-4D2F-3401-FF65-E143AB818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360D4-F178-0991-40A6-A8F68ACEB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469F3B-9622-331D-5B82-3E461F163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471579"/>
              </p:ext>
            </p:extLst>
          </p:nvPr>
        </p:nvGraphicFramePr>
        <p:xfrm>
          <a:off x="603504" y="1761708"/>
          <a:ext cx="3847883" cy="38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07" name="Table 406">
            <a:extLst>
              <a:ext uri="{FF2B5EF4-FFF2-40B4-BE49-F238E27FC236}">
                <a16:creationId xmlns:a16="http://schemas.microsoft.com/office/drawing/2014/main" id="{D36FC4E8-D10B-1D3E-5387-ADE9E12A4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65978"/>
              </p:ext>
            </p:extLst>
          </p:nvPr>
        </p:nvGraphicFramePr>
        <p:xfrm>
          <a:off x="478242" y="5614569"/>
          <a:ext cx="4350789" cy="10800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50263">
                  <a:extLst>
                    <a:ext uri="{9D8B030D-6E8A-4147-A177-3AD203B41FA5}">
                      <a16:colId xmlns:a16="http://schemas.microsoft.com/office/drawing/2014/main" val="1545601045"/>
                    </a:ext>
                  </a:extLst>
                </a:gridCol>
                <a:gridCol w="1450263">
                  <a:extLst>
                    <a:ext uri="{9D8B030D-6E8A-4147-A177-3AD203B41FA5}">
                      <a16:colId xmlns:a16="http://schemas.microsoft.com/office/drawing/2014/main" val="1064784806"/>
                    </a:ext>
                  </a:extLst>
                </a:gridCol>
                <a:gridCol w="1450263">
                  <a:extLst>
                    <a:ext uri="{9D8B030D-6E8A-4147-A177-3AD203B41FA5}">
                      <a16:colId xmlns:a16="http://schemas.microsoft.com/office/drawing/2014/main" val="1742497424"/>
                    </a:ext>
                  </a:extLst>
                </a:gridCol>
              </a:tblGrid>
              <a:tr h="360010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Predicted: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Predicted: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764059"/>
                  </a:ext>
                </a:extLst>
              </a:tr>
              <a:tr h="360010">
                <a:tc>
                  <a:txBody>
                    <a:bodyPr/>
                    <a:lstStyle/>
                    <a:p>
                      <a:r>
                        <a:rPr lang="en-GB" sz="1400" b="1"/>
                        <a:t>True: Pass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367562"/>
                  </a:ext>
                </a:extLst>
              </a:tr>
              <a:tr h="360010">
                <a:tc>
                  <a:txBody>
                    <a:bodyPr/>
                    <a:lstStyle/>
                    <a:p>
                      <a:r>
                        <a:rPr lang="en-GB" sz="1400" b="1"/>
                        <a:t>True: Fail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16323"/>
                  </a:ext>
                </a:extLst>
              </a:tr>
            </a:tbl>
          </a:graphicData>
        </a:graphic>
      </p:graphicFrame>
      <p:pic>
        <p:nvPicPr>
          <p:cNvPr id="409" name="Picture 40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178781-366E-459A-DB8C-B638E88CB4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183" y="650497"/>
            <a:ext cx="4055165" cy="2233795"/>
          </a:xfrm>
          <a:prstGeom prst="rect">
            <a:avLst/>
          </a:prstGeom>
        </p:spPr>
      </p:pic>
      <p:pic>
        <p:nvPicPr>
          <p:cNvPr id="411" name="Picture 4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08731E-ECB2-9342-032B-5ADD62E136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505" y="3020342"/>
            <a:ext cx="4055166" cy="226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0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70611-E43C-BF08-61D3-A1B907B6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00595C4-5D3A-3703-3D1D-6F2097203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91FFC-CEFC-5223-4BF7-D6CA9F02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34277"/>
            <a:ext cx="4738986" cy="1454051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Classification Modeling –</a:t>
            </a:r>
            <a:br>
              <a:rPr lang="en-US" sz="3100"/>
            </a:br>
            <a:r>
              <a:rPr lang="en-US" sz="3100">
                <a:solidFill>
                  <a:schemeClr val="tx2"/>
                </a:solidFill>
              </a:rPr>
              <a:t>Neural Net- ANN</a:t>
            </a:r>
            <a:endParaRPr lang="en-US" sz="31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C768F2-F881-DD75-1D4A-3A8B0B6A4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AB6F309-DFDB-DFA4-B061-B17FD7DEE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52CC059-4EA5-588F-1520-E19F48994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E8ED931-9CC5-17B3-6C01-71A62344F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0707F98-29F8-90B0-32F0-E705542313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D786FC-0A2F-1B99-6170-7A489A4C38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3504" y="1761708"/>
          <a:ext cx="4042654" cy="426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E30A4E-54AD-DB80-64C9-10AB2562E7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9883" y="3885658"/>
            <a:ext cx="3645244" cy="2043481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1E0F51-8359-E84B-63FA-BBC126853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6206" y="1260583"/>
            <a:ext cx="3645243" cy="20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3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EC47A-759F-8CE5-989E-46ABC9B8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A891C12-9129-2920-0D3E-BB02B50E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74018-04B2-F50A-F156-E02497D3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34277"/>
            <a:ext cx="4738986" cy="1454051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Classification Modeling –</a:t>
            </a:r>
            <a:br>
              <a:rPr lang="en-US" sz="3100">
                <a:solidFill>
                  <a:schemeClr val="tx2"/>
                </a:solidFill>
              </a:rPr>
            </a:br>
            <a:r>
              <a:rPr lang="en-US" sz="3100">
                <a:solidFill>
                  <a:schemeClr val="tx2"/>
                </a:solidFill>
                <a:ea typeface="Calibri"/>
                <a:cs typeface="Calibri"/>
              </a:rPr>
              <a:t>SVM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25F4EA-45AA-AAC9-2D02-E5DCE27CE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874D63E-702B-0766-F737-08FFB715A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6E01D9B-B97E-0643-C878-84B8AD9AE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7051D69-915F-D037-3941-FC5ACC3A5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6972C09-75DD-0169-D280-C3903BB0A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0D1C59-2965-7012-BDD8-980155CF76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3504" y="1761708"/>
          <a:ext cx="4042654" cy="426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60651B-DD8A-992B-BBB3-AF6978D50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1622" y="942024"/>
            <a:ext cx="3892378" cy="222016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313BDF-A5EC-24B8-3DF3-94F1E14075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7944" y="3550917"/>
            <a:ext cx="3901205" cy="217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11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Model Comparison Chart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1" name="Content Placeholder 40">
            <a:extLst>
              <a:ext uri="{FF2B5EF4-FFF2-40B4-BE49-F238E27FC236}">
                <a16:creationId xmlns:a16="http://schemas.microsoft.com/office/drawing/2014/main" id="{612CC3B8-7281-3A1A-F272-46E74BE15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299" y="286756"/>
            <a:ext cx="4572000" cy="2857500"/>
          </a:xfrm>
        </p:spPr>
      </p:pic>
      <p:pic>
        <p:nvPicPr>
          <p:cNvPr id="42" name="Picture 41" descr="A graph showing a number of green bars&#10;&#10;AI-generated content may be incorrect.">
            <a:extLst>
              <a:ext uri="{FF2B5EF4-FFF2-40B4-BE49-F238E27FC236}">
                <a16:creationId xmlns:a16="http://schemas.microsoft.com/office/drawing/2014/main" id="{844307E9-DC6F-8133-91CA-1B488A2FB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694" y="3243353"/>
            <a:ext cx="4863212" cy="30067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Application &amp; Use Cases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8C4C81-24C2-817A-4B59-2210170D4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99205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Managerial Implications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356758-C9A5-5198-5F73-7837C923D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67574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8EF6A4-F9A0-7BCE-6819-1093F12DA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82465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Q&amp;A</a:t>
            </a:r>
            <a:endParaRPr lang="en-US"/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228CFA-742A-CBE7-76F4-2AADEFFFF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73962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Data Mining Project</vt:lpstr>
      <vt:lpstr>Agenda</vt:lpstr>
      <vt:lpstr>Business Understanding</vt:lpstr>
      <vt:lpstr>Problem Statement &amp; Goals</vt:lpstr>
      <vt:lpstr>Hypotheses</vt:lpstr>
      <vt:lpstr>Dataset Overview</vt:lpstr>
      <vt:lpstr>Target Variables</vt:lpstr>
      <vt:lpstr>Data Preparation - Derived Variables</vt:lpstr>
      <vt:lpstr>Data Preparation - Cleaning &amp; Transformation</vt:lpstr>
      <vt:lpstr>Feature Selection &amp; Correlation</vt:lpstr>
      <vt:lpstr>Tools Used</vt:lpstr>
      <vt:lpstr>Regression Modeling - Linear Regression</vt:lpstr>
      <vt:lpstr>Regression Modelling – SVM</vt:lpstr>
      <vt:lpstr>Classification Modeling - Decision Tree</vt:lpstr>
      <vt:lpstr>Classification Modeling – k-NN</vt:lpstr>
      <vt:lpstr>Classification Modeling – Neural Net- ANN</vt:lpstr>
      <vt:lpstr>Classification Modeling – SVM</vt:lpstr>
      <vt:lpstr>Model Comparison Chart</vt:lpstr>
      <vt:lpstr>Application &amp; Use Cases</vt:lpstr>
      <vt:lpstr>Managerial Implications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2025-05-05T22:13:55Z</dcterms:modified>
  <cp:category/>
</cp:coreProperties>
</file>